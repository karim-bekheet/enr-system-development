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1" r:id="rId18"/>
  </p:sldIdLst>
  <p:sldSz cx="18288000" cy="10287000"/>
  <p:notesSz cx="6858000" cy="9144000"/>
  <p:embeddedFontLst>
    <p:embeddedFont>
      <p:font typeface="DM Sans" pitchFamily="2" charset="0"/>
      <p:regular r:id="rId19"/>
    </p:embeddedFont>
    <p:embeddedFont>
      <p:font typeface="Kollektif" panose="020B0604020101010102" pitchFamily="34" charset="0"/>
      <p:regular r:id="rId20"/>
      <p:bold r:id="rId21"/>
      <p:italic r:id="rId22"/>
      <p:boldItalic r:id="rId23"/>
    </p:embeddedFont>
    <p:embeddedFont>
      <p:font typeface="Kollektif Bold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1430" y="37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2djE8UK3x0xuIkVjSCr6BpQFV7iF9bwz/view?usp=drive_link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10.svg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2djE8UK3x0xuIkVjSCr6BpQFV7iF9bwz/view?usp=drive_link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hyperlink" Target="https://docs.google.com/document/d/17dko1MRVytv7-Rt0TMYe-2EokvI3njuY/edit?usp=drive_link&amp;ouid=114800261122689096382&amp;rtpof=true&amp;sd=true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2djE8UK3x0xuIkVjSCr6BpQFV7iF9bwz/view?usp=drive_link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hyperlink" Target="https://docs.google.com/document/d/12wIc2IN7vgCwo72FUilMf7Xn-83vEsWt/edit?usp=drive_link&amp;ouid=114800261122689096382&amp;rtpof=true&amp;sd=true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2djE8UK3x0xuIkVjSCr6BpQFV7iF9bwz/view?usp=drive_link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hyperlink" Target="https://docs.google.com/document/d/170KdM7R-tA_gsdLPyaEXH6nlzhiqAxO5/edit?usp=drive_link&amp;ouid=114800261122689096382&amp;rtpof=true&amp;sd=true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2djE8UK3x0xuIkVjSCr6BpQFV7iF9bwz/view?usp=drive_link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hyperlink" Target="https://docs.google.com/document/d/14n_guXI9yreFKuh_OIqqa_o6BicOqDM7/edit?usp=drive_link&amp;ouid=114800261122689096382&amp;rtpof=true&amp;sd=true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2djE8UK3x0xuIkVjSCr6BpQFV7iF9bwz/view?usp=drive_link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hyperlink" Target="https://drive.google.com/file/d/1XSGKfIJdIgRlo9EC897MNk7KQNgdM1EJ/view?usp=drive_link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2djE8UK3x0xuIkVjSCr6BpQFV7iF9bwz/view?usp=drive_link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hyperlink" Target="https://drive.google.com/file/d/1Z7NKdow9bvzEUJ4LkVzAzbi7wt-tBI8C/view?usp=drive_link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2djE8UK3x0xuIkVjSCr6BpQFV7iF9bwz/view?usp=drive_link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hyperlink" Target="https://drive.google.com/file/d/13L3a7UVdBu6BrBVoMKFkzLMyqF4fiQJz/view?usp=drive_link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2djE8UK3x0xuIkVjSCr6BpQFV7iF9bwz/view?usp=drive_link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hyperlink" Target="https://drive.google.com/file/d/1H0mvv4LRFF2aOO5o74J8rbuMDazCQU5p/view?usp=drive_link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2djE8UK3x0xuIkVjSCr6BpQFV7iF9bwz/view?usp=drive_link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hyperlink" Target="https://drive.google.com/file/d/1VoqACLA3XHTgUgTA8NdooV_qYNxtMKFy/view?usp=drive_link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2djE8UK3x0xuIkVjSCr6BpQFV7iF9bwz/view?usp=drive_link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hyperlink" Target="https://drive.google.com/file/d/1jM3lBSN3_FLS3wC6LegJm2N8QhEYAiyy/view?usp=drive_link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2djE8UK3x0xuIkVjSCr6BpQFV7iF9bwz/view?usp=drive_link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hyperlink" Target="https://docs.google.com/document/d/1WHhnkEMEffrwya_9nbC9zhoHW_BhIhB1/edit?usp=drive_link&amp;ouid=114800261122689096382&amp;rtpof=true&amp;sd=true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2djE8UK3x0xuIkVjSCr6BpQFV7iF9bwz/view?usp=drive_link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hyperlink" Target="https://github.com/Karim-Bekheet/ENR-System-Developmen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hyperlink" Target="https://drive.google.com/drive/folders/1IVc6e8ogkc6ham_QMwnqIlYXSIXzOiN2?usp=drive_link" TargetMode="Externa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700000">
            <a:off x="11386843" y="7201845"/>
            <a:ext cx="7415398" cy="3565095"/>
            <a:chOff x="0" y="0"/>
            <a:chExt cx="660400" cy="317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 flipV="1">
            <a:off x="14131544" y="7969488"/>
            <a:ext cx="5132702" cy="5185216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 flipV="1">
            <a:off x="14444220" y="8329798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 flipV="1">
            <a:off x="14802690" y="8681112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3642416" y="2047852"/>
            <a:ext cx="11242115" cy="256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999"/>
              </a:lnSpc>
            </a:pPr>
            <a:r>
              <a:rPr lang="en-US" sz="9999" b="1" dirty="0">
                <a:solidFill>
                  <a:srgbClr val="227C9D"/>
                </a:solidFill>
                <a:latin typeface="Kollektif" panose="020B0604020101010102" pitchFamily="34" charset="0"/>
                <a:ea typeface="Kollektif Bold"/>
                <a:cs typeface="Kollektif Bold"/>
                <a:sym typeface="Kollektif Bold"/>
              </a:rPr>
              <a:t>ENR</a:t>
            </a:r>
            <a:r>
              <a:rPr lang="en-US" sz="9999" b="1" dirty="0">
                <a:solidFill>
                  <a:srgbClr val="227C9D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 SYSTEM DEVELOPMENT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664871" y="6506806"/>
            <a:ext cx="7312284" cy="1938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88"/>
              </a:lnSpc>
              <a:spcBef>
                <a:spcPct val="0"/>
              </a:spcBef>
            </a:pPr>
            <a:r>
              <a:rPr lang="en-US" sz="3353" b="1" u="none" strike="noStrike" dirty="0">
                <a:solidFill>
                  <a:srgbClr val="545454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TEAM MEMBERS:</a:t>
            </a:r>
          </a:p>
          <a:p>
            <a:pPr marL="0" lvl="0" indent="0" algn="ctr">
              <a:lnSpc>
                <a:spcPts val="3688"/>
              </a:lnSpc>
              <a:spcBef>
                <a:spcPct val="0"/>
              </a:spcBef>
            </a:pPr>
            <a:r>
              <a:rPr lang="en-US" sz="3353" b="1" u="none" strike="noStrike" dirty="0">
                <a:solidFill>
                  <a:srgbClr val="FE6D73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KARIM MOHAMED BEKHEET</a:t>
            </a:r>
          </a:p>
          <a:p>
            <a:pPr marL="0" lvl="0" indent="0" algn="ctr">
              <a:lnSpc>
                <a:spcPts val="3688"/>
              </a:lnSpc>
              <a:spcBef>
                <a:spcPct val="0"/>
              </a:spcBef>
            </a:pPr>
            <a:r>
              <a:rPr lang="en-US" sz="3353" b="1" u="none" strike="noStrike" dirty="0">
                <a:solidFill>
                  <a:srgbClr val="FE6D73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MARK REFAAT SADEQ</a:t>
            </a:r>
          </a:p>
          <a:p>
            <a:pPr marL="0" lvl="0" indent="0" algn="ctr">
              <a:lnSpc>
                <a:spcPts val="3688"/>
              </a:lnSpc>
              <a:spcBef>
                <a:spcPct val="0"/>
              </a:spcBef>
            </a:pPr>
            <a:r>
              <a:rPr lang="en-US" sz="3353" b="1" u="none" strike="noStrike" dirty="0">
                <a:solidFill>
                  <a:srgbClr val="FE6D73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ZEINAB MOHAMED ABD EL HAKEM</a:t>
            </a:r>
          </a:p>
        </p:txBody>
      </p:sp>
      <p:sp>
        <p:nvSpPr>
          <p:cNvPr id="10" name="Freeform 10"/>
          <p:cNvSpPr/>
          <p:nvPr/>
        </p:nvSpPr>
        <p:spPr>
          <a:xfrm rot="-10800000">
            <a:off x="9525" y="6358355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083809" y="638693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0" y="747073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 rot="-10800000">
            <a:off x="0" y="8554548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 rot="-5400000">
            <a:off x="1083809" y="8554548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 rot="-10800000">
            <a:off x="1083809" y="9623721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 rot="-10800000">
            <a:off x="3321750" y="8583123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3321750" y="7499314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Freeform 18"/>
          <p:cNvSpPr/>
          <p:nvPr/>
        </p:nvSpPr>
        <p:spPr>
          <a:xfrm rot="5400000">
            <a:off x="4405559" y="8583123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Freeform 19"/>
          <p:cNvSpPr/>
          <p:nvPr/>
        </p:nvSpPr>
        <p:spPr>
          <a:xfrm>
            <a:off x="2237941" y="9666932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>
            <a:off x="3321750" y="9666932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Freeform 21"/>
          <p:cNvSpPr/>
          <p:nvPr/>
        </p:nvSpPr>
        <p:spPr>
          <a:xfrm rot="5400000">
            <a:off x="0" y="9638357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Freeform 22"/>
          <p:cNvSpPr/>
          <p:nvPr/>
        </p:nvSpPr>
        <p:spPr>
          <a:xfrm rot="-5400000">
            <a:off x="15470622" y="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Freeform 23"/>
          <p:cNvSpPr/>
          <p:nvPr/>
        </p:nvSpPr>
        <p:spPr>
          <a:xfrm rot="-5400000">
            <a:off x="16554431" y="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8" y="0"/>
                </a:lnTo>
                <a:lnTo>
                  <a:pt x="1083808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Freeform 24"/>
          <p:cNvSpPr/>
          <p:nvPr/>
        </p:nvSpPr>
        <p:spPr>
          <a:xfrm flipH="1" flipV="1">
            <a:off x="17638239" y="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1083809" y="1083809"/>
                </a:moveTo>
                <a:lnTo>
                  <a:pt x="0" y="1083809"/>
                </a:lnTo>
                <a:lnTo>
                  <a:pt x="0" y="0"/>
                </a:lnTo>
                <a:lnTo>
                  <a:pt x="1083809" y="0"/>
                </a:lnTo>
                <a:lnTo>
                  <a:pt x="1083809" y="108380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Freeform 25"/>
          <p:cNvSpPr/>
          <p:nvPr/>
        </p:nvSpPr>
        <p:spPr>
          <a:xfrm rot="-5400000">
            <a:off x="14386813" y="108380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6" name="Freeform 26"/>
          <p:cNvSpPr/>
          <p:nvPr/>
        </p:nvSpPr>
        <p:spPr>
          <a:xfrm rot="-5400000">
            <a:off x="15470622" y="108380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7" name="Freeform 27"/>
          <p:cNvSpPr/>
          <p:nvPr/>
        </p:nvSpPr>
        <p:spPr>
          <a:xfrm>
            <a:off x="16554431" y="2167618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8" y="0"/>
                </a:lnTo>
                <a:lnTo>
                  <a:pt x="1083808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Freeform 28"/>
          <p:cNvSpPr/>
          <p:nvPr/>
        </p:nvSpPr>
        <p:spPr>
          <a:xfrm rot="5400000">
            <a:off x="17638239" y="108380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" name="Freeform 29"/>
          <p:cNvSpPr/>
          <p:nvPr/>
        </p:nvSpPr>
        <p:spPr>
          <a:xfrm rot="5400000" flipH="1" flipV="1">
            <a:off x="17638239" y="2167618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1083809" y="1083809"/>
                </a:moveTo>
                <a:lnTo>
                  <a:pt x="0" y="1083809"/>
                </a:lnTo>
                <a:lnTo>
                  <a:pt x="0" y="0"/>
                </a:lnTo>
                <a:lnTo>
                  <a:pt x="1083809" y="0"/>
                </a:lnTo>
                <a:lnTo>
                  <a:pt x="1083809" y="1083809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Freeform 30"/>
          <p:cNvSpPr/>
          <p:nvPr/>
        </p:nvSpPr>
        <p:spPr>
          <a:xfrm flipH="1" flipV="1">
            <a:off x="15470622" y="4433486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1083809" y="1083809"/>
                </a:moveTo>
                <a:lnTo>
                  <a:pt x="0" y="1083809"/>
                </a:lnTo>
                <a:lnTo>
                  <a:pt x="0" y="0"/>
                </a:lnTo>
                <a:lnTo>
                  <a:pt x="1083809" y="0"/>
                </a:lnTo>
                <a:lnTo>
                  <a:pt x="1083809" y="1083809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Freeform 31"/>
          <p:cNvSpPr/>
          <p:nvPr/>
        </p:nvSpPr>
        <p:spPr>
          <a:xfrm rot="5400000" flipH="1" flipV="1">
            <a:off x="16554431" y="4433486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1083808" y="1083809"/>
                </a:moveTo>
                <a:lnTo>
                  <a:pt x="0" y="1083809"/>
                </a:lnTo>
                <a:lnTo>
                  <a:pt x="0" y="0"/>
                </a:lnTo>
                <a:lnTo>
                  <a:pt x="1083808" y="0"/>
                </a:lnTo>
                <a:lnTo>
                  <a:pt x="1083808" y="108380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2" name="Group 32"/>
          <p:cNvGrpSpPr/>
          <p:nvPr/>
        </p:nvGrpSpPr>
        <p:grpSpPr>
          <a:xfrm rot="2700000">
            <a:off x="-1376391" y="-3093321"/>
            <a:ext cx="7415398" cy="3565095"/>
            <a:chOff x="0" y="0"/>
            <a:chExt cx="660400" cy="3175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35" name="AutoShape 35"/>
          <p:cNvSpPr/>
          <p:nvPr/>
        </p:nvSpPr>
        <p:spPr>
          <a:xfrm>
            <a:off x="-1839005" y="-2273771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6" name="AutoShape 36"/>
          <p:cNvSpPr/>
          <p:nvPr/>
        </p:nvSpPr>
        <p:spPr>
          <a:xfrm>
            <a:off x="-2052951" y="-1961095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7" name="AutoShape 37"/>
          <p:cNvSpPr/>
          <p:nvPr/>
        </p:nvSpPr>
        <p:spPr>
          <a:xfrm>
            <a:off x="-2232553" y="-1602625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8" name="AutoShape 38"/>
          <p:cNvSpPr/>
          <p:nvPr/>
        </p:nvSpPr>
        <p:spPr>
          <a:xfrm>
            <a:off x="-2359208" y="-1216357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9" name="AutoShape 39"/>
          <p:cNvSpPr/>
          <p:nvPr/>
        </p:nvSpPr>
        <p:spPr>
          <a:xfrm>
            <a:off x="-2503062" y="-776680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0" name="AutoShape 40"/>
          <p:cNvSpPr/>
          <p:nvPr/>
        </p:nvSpPr>
        <p:spPr>
          <a:xfrm>
            <a:off x="-2623881" y="-332957"/>
            <a:ext cx="3963599" cy="398559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1" name="AutoShape 41"/>
          <p:cNvSpPr/>
          <p:nvPr/>
        </p:nvSpPr>
        <p:spPr>
          <a:xfrm>
            <a:off x="-2598114" y="228677"/>
            <a:ext cx="3377485" cy="3360058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2" name="AutoShape 42"/>
          <p:cNvSpPr/>
          <p:nvPr/>
        </p:nvSpPr>
        <p:spPr>
          <a:xfrm>
            <a:off x="-2509797" y="905760"/>
            <a:ext cx="2628598" cy="2671969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2700000">
            <a:off x="14381224" y="7574679"/>
            <a:ext cx="7415398" cy="3565095"/>
            <a:chOff x="0" y="0"/>
            <a:chExt cx="660400" cy="317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13918610" y="8394229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13704664" y="8706905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13525062" y="9065375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13398407" y="9451643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13254553" y="9891320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2710979" y="2112509"/>
            <a:ext cx="12866041" cy="256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999"/>
              </a:lnSpc>
            </a:pPr>
            <a:r>
              <a:rPr lang="en-US" sz="9999" b="1" dirty="0">
                <a:solidFill>
                  <a:srgbClr val="227C9D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PROJECT OVERVIEW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863654" y="4900158"/>
            <a:ext cx="10719600" cy="3352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800">
                <a:solidFill>
                  <a:srgbClr val="545454"/>
                </a:solidFill>
                <a:latin typeface="DM Sans"/>
                <a:ea typeface="DM Sans"/>
                <a:cs typeface="DM Sans"/>
                <a:sym typeface="DM Sans"/>
              </a:rPr>
              <a:t>This project has been initiated to enhance passenger experience by developing a digital ticketing system accessible via a web app, mobile app, and desktop app. The system aims to improve ticket booking, provide real-time train tracking, and offer additional services such as seat selection, healthcare, and meal reservations. The implementation of this system will streamline operations, increase ticket sales, and provide a more efficient and modern travel experience for customers.</a:t>
            </a:r>
          </a:p>
        </p:txBody>
      </p:sp>
      <p:grpSp>
        <p:nvGrpSpPr>
          <p:cNvPr id="12" name="Group 12"/>
          <p:cNvGrpSpPr/>
          <p:nvPr/>
        </p:nvGrpSpPr>
        <p:grpSpPr>
          <a:xfrm rot="2700000">
            <a:off x="-1376391" y="-3093321"/>
            <a:ext cx="7415398" cy="3565095"/>
            <a:chOff x="0" y="0"/>
            <a:chExt cx="660400" cy="3175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15" name="AutoShape 15"/>
          <p:cNvSpPr/>
          <p:nvPr/>
        </p:nvSpPr>
        <p:spPr>
          <a:xfrm>
            <a:off x="-1839005" y="-2273771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-2052951" y="-1961095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7" name="AutoShape 17"/>
          <p:cNvSpPr/>
          <p:nvPr/>
        </p:nvSpPr>
        <p:spPr>
          <a:xfrm>
            <a:off x="-2232553" y="-1602625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8" name="AutoShape 18"/>
          <p:cNvSpPr/>
          <p:nvPr/>
        </p:nvSpPr>
        <p:spPr>
          <a:xfrm>
            <a:off x="-2359208" y="-1216357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9" name="AutoShape 19"/>
          <p:cNvSpPr/>
          <p:nvPr/>
        </p:nvSpPr>
        <p:spPr>
          <a:xfrm>
            <a:off x="-2503062" y="-776680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0" name="AutoShape 20"/>
          <p:cNvSpPr/>
          <p:nvPr/>
        </p:nvSpPr>
        <p:spPr>
          <a:xfrm>
            <a:off x="-2623881" y="-332957"/>
            <a:ext cx="3963599" cy="398559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1" name="AutoShape 21"/>
          <p:cNvSpPr/>
          <p:nvPr/>
        </p:nvSpPr>
        <p:spPr>
          <a:xfrm>
            <a:off x="-2598114" y="228677"/>
            <a:ext cx="3377485" cy="3360058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AutoShape 22"/>
          <p:cNvSpPr/>
          <p:nvPr/>
        </p:nvSpPr>
        <p:spPr>
          <a:xfrm>
            <a:off x="-2509797" y="905760"/>
            <a:ext cx="2628598" cy="2671969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3" name="Freeform 23"/>
          <p:cNvSpPr/>
          <p:nvPr/>
        </p:nvSpPr>
        <p:spPr>
          <a:xfrm>
            <a:off x="17204191" y="-5510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Freeform 24"/>
          <p:cNvSpPr/>
          <p:nvPr/>
        </p:nvSpPr>
        <p:spPr>
          <a:xfrm>
            <a:off x="17204191" y="10287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Freeform 25"/>
          <p:cNvSpPr/>
          <p:nvPr/>
        </p:nvSpPr>
        <p:spPr>
          <a:xfrm rot="5400000" flipH="1" flipV="1">
            <a:off x="17204191" y="211250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1083809" y="1083809"/>
                </a:moveTo>
                <a:lnTo>
                  <a:pt x="0" y="1083809"/>
                </a:lnTo>
                <a:lnTo>
                  <a:pt x="0" y="0"/>
                </a:lnTo>
                <a:lnTo>
                  <a:pt x="1083809" y="0"/>
                </a:lnTo>
                <a:lnTo>
                  <a:pt x="1083809" y="108380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6" name="Freeform 26"/>
          <p:cNvSpPr/>
          <p:nvPr/>
        </p:nvSpPr>
        <p:spPr>
          <a:xfrm>
            <a:off x="16120382" y="-5510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7" name="Freeform 27"/>
          <p:cNvSpPr/>
          <p:nvPr/>
        </p:nvSpPr>
        <p:spPr>
          <a:xfrm rot="5400000">
            <a:off x="15036573" y="10287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Freeform 28"/>
          <p:cNvSpPr/>
          <p:nvPr/>
        </p:nvSpPr>
        <p:spPr>
          <a:xfrm rot="-10800000">
            <a:off x="16120382" y="211250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" name="Freeform 29"/>
          <p:cNvSpPr/>
          <p:nvPr/>
        </p:nvSpPr>
        <p:spPr>
          <a:xfrm rot="-10800000" flipH="1" flipV="1">
            <a:off x="15036573" y="211250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1083809" y="1083809"/>
                </a:moveTo>
                <a:lnTo>
                  <a:pt x="0" y="1083809"/>
                </a:lnTo>
                <a:lnTo>
                  <a:pt x="0" y="0"/>
                </a:lnTo>
                <a:lnTo>
                  <a:pt x="1083809" y="0"/>
                </a:lnTo>
                <a:lnTo>
                  <a:pt x="1083809" y="1083809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Freeform 30"/>
          <p:cNvSpPr/>
          <p:nvPr/>
        </p:nvSpPr>
        <p:spPr>
          <a:xfrm rot="5400000" flipH="1" flipV="1">
            <a:off x="12770705" y="-5510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1083809" y="1083809"/>
                </a:moveTo>
                <a:lnTo>
                  <a:pt x="0" y="1083809"/>
                </a:lnTo>
                <a:lnTo>
                  <a:pt x="0" y="0"/>
                </a:lnTo>
                <a:lnTo>
                  <a:pt x="1083809" y="0"/>
                </a:lnTo>
                <a:lnTo>
                  <a:pt x="1083809" y="1083809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Freeform 31"/>
          <p:cNvSpPr/>
          <p:nvPr/>
        </p:nvSpPr>
        <p:spPr>
          <a:xfrm rot="-10800000" flipH="1" flipV="1">
            <a:off x="12770705" y="10287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1083809" y="1083809"/>
                </a:moveTo>
                <a:lnTo>
                  <a:pt x="0" y="1083809"/>
                </a:lnTo>
                <a:lnTo>
                  <a:pt x="0" y="0"/>
                </a:lnTo>
                <a:lnTo>
                  <a:pt x="1083809" y="0"/>
                </a:lnTo>
                <a:lnTo>
                  <a:pt x="1083809" y="108380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" name="Freeform 32"/>
          <p:cNvSpPr/>
          <p:nvPr/>
        </p:nvSpPr>
        <p:spPr>
          <a:xfrm rot="-10800000">
            <a:off x="9525" y="7044155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" name="Freeform 33"/>
          <p:cNvSpPr/>
          <p:nvPr/>
        </p:nvSpPr>
        <p:spPr>
          <a:xfrm>
            <a:off x="1083809" y="707273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" name="Freeform 34"/>
          <p:cNvSpPr/>
          <p:nvPr/>
        </p:nvSpPr>
        <p:spPr>
          <a:xfrm>
            <a:off x="0" y="815653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" name="Freeform 35"/>
          <p:cNvSpPr/>
          <p:nvPr/>
        </p:nvSpPr>
        <p:spPr>
          <a:xfrm rot="-10800000">
            <a:off x="0" y="9240348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" name="Freeform 36"/>
          <p:cNvSpPr/>
          <p:nvPr/>
        </p:nvSpPr>
        <p:spPr>
          <a:xfrm rot="-5400000">
            <a:off x="1083809" y="9240348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" name="Freeform 37"/>
          <p:cNvSpPr/>
          <p:nvPr/>
        </p:nvSpPr>
        <p:spPr>
          <a:xfrm rot="-10800000">
            <a:off x="3321750" y="9268923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" name="Freeform 38"/>
          <p:cNvSpPr/>
          <p:nvPr/>
        </p:nvSpPr>
        <p:spPr>
          <a:xfrm>
            <a:off x="3321750" y="8185114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Freeform 39"/>
          <p:cNvSpPr/>
          <p:nvPr/>
        </p:nvSpPr>
        <p:spPr>
          <a:xfrm rot="5400000">
            <a:off x="4405559" y="9268923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5630555"/>
            <a:ext cx="6241303" cy="1027869"/>
            <a:chOff x="0" y="0"/>
            <a:chExt cx="1643800" cy="27071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43800" cy="270714"/>
            </a:xfrm>
            <a:custGeom>
              <a:avLst/>
              <a:gdLst/>
              <a:ahLst/>
              <a:cxnLst/>
              <a:rect l="l" t="t" r="r" b="b"/>
              <a:pathLst>
                <a:path w="1643800" h="270714">
                  <a:moveTo>
                    <a:pt x="63262" y="0"/>
                  </a:moveTo>
                  <a:lnTo>
                    <a:pt x="1580538" y="0"/>
                  </a:lnTo>
                  <a:cubicBezTo>
                    <a:pt x="1615477" y="0"/>
                    <a:pt x="1643800" y="28323"/>
                    <a:pt x="1643800" y="63262"/>
                  </a:cubicBezTo>
                  <a:lnTo>
                    <a:pt x="1643800" y="207452"/>
                  </a:lnTo>
                  <a:cubicBezTo>
                    <a:pt x="1643800" y="242391"/>
                    <a:pt x="1615477" y="270714"/>
                    <a:pt x="1580538" y="270714"/>
                  </a:cubicBezTo>
                  <a:lnTo>
                    <a:pt x="63262" y="270714"/>
                  </a:lnTo>
                  <a:cubicBezTo>
                    <a:pt x="28323" y="270714"/>
                    <a:pt x="0" y="242391"/>
                    <a:pt x="0" y="207452"/>
                  </a:cubicBezTo>
                  <a:lnTo>
                    <a:pt x="0" y="63262"/>
                  </a:lnTo>
                  <a:cubicBezTo>
                    <a:pt x="0" y="28323"/>
                    <a:pt x="28323" y="0"/>
                    <a:pt x="63262" y="0"/>
                  </a:cubicBezTo>
                  <a:close/>
                </a:path>
              </a:pathLst>
            </a:custGeom>
            <a:solidFill>
              <a:srgbClr val="227C9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9050"/>
              <a:ext cx="1643800" cy="2516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28700" y="7115624"/>
            <a:ext cx="6241303" cy="1027869"/>
            <a:chOff x="0" y="0"/>
            <a:chExt cx="1643800" cy="27071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643800" cy="270714"/>
            </a:xfrm>
            <a:custGeom>
              <a:avLst/>
              <a:gdLst/>
              <a:ahLst/>
              <a:cxnLst/>
              <a:rect l="l" t="t" r="r" b="b"/>
              <a:pathLst>
                <a:path w="1643800" h="270714">
                  <a:moveTo>
                    <a:pt x="63262" y="0"/>
                  </a:moveTo>
                  <a:lnTo>
                    <a:pt x="1580538" y="0"/>
                  </a:lnTo>
                  <a:cubicBezTo>
                    <a:pt x="1615477" y="0"/>
                    <a:pt x="1643800" y="28323"/>
                    <a:pt x="1643800" y="63262"/>
                  </a:cubicBezTo>
                  <a:lnTo>
                    <a:pt x="1643800" y="207452"/>
                  </a:lnTo>
                  <a:cubicBezTo>
                    <a:pt x="1643800" y="242391"/>
                    <a:pt x="1615477" y="270714"/>
                    <a:pt x="1580538" y="270714"/>
                  </a:cubicBezTo>
                  <a:lnTo>
                    <a:pt x="63262" y="270714"/>
                  </a:lnTo>
                  <a:cubicBezTo>
                    <a:pt x="28323" y="270714"/>
                    <a:pt x="0" y="242391"/>
                    <a:pt x="0" y="207452"/>
                  </a:cubicBezTo>
                  <a:lnTo>
                    <a:pt x="0" y="63262"/>
                  </a:lnTo>
                  <a:cubicBezTo>
                    <a:pt x="0" y="28323"/>
                    <a:pt x="28323" y="0"/>
                    <a:pt x="63262" y="0"/>
                  </a:cubicBezTo>
                  <a:close/>
                </a:path>
              </a:pathLst>
            </a:custGeom>
            <a:solidFill>
              <a:srgbClr val="227C9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9050"/>
              <a:ext cx="1643800" cy="2516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7204191" y="813748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7204191" y="9221298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16120382" y="813748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 rot="5400000" flipH="1" flipV="1">
            <a:off x="13262829" y="7115624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1083809" y="1083809"/>
                </a:moveTo>
                <a:lnTo>
                  <a:pt x="0" y="1083809"/>
                </a:lnTo>
                <a:lnTo>
                  <a:pt x="0" y="0"/>
                </a:lnTo>
                <a:lnTo>
                  <a:pt x="1083809" y="0"/>
                </a:lnTo>
                <a:lnTo>
                  <a:pt x="1083809" y="108380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2" name="Group 12"/>
          <p:cNvGrpSpPr/>
          <p:nvPr/>
        </p:nvGrpSpPr>
        <p:grpSpPr>
          <a:xfrm>
            <a:off x="1028700" y="2072211"/>
            <a:ext cx="7706220" cy="1321972"/>
            <a:chOff x="0" y="0"/>
            <a:chExt cx="2029622" cy="34817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29622" cy="348174"/>
            </a:xfrm>
            <a:custGeom>
              <a:avLst/>
              <a:gdLst/>
              <a:ahLst/>
              <a:cxnLst/>
              <a:rect l="l" t="t" r="r" b="b"/>
              <a:pathLst>
                <a:path w="2029622" h="348174">
                  <a:moveTo>
                    <a:pt x="51236" y="0"/>
                  </a:moveTo>
                  <a:lnTo>
                    <a:pt x="1978385" y="0"/>
                  </a:lnTo>
                  <a:cubicBezTo>
                    <a:pt x="1991974" y="0"/>
                    <a:pt x="2005006" y="5398"/>
                    <a:pt x="2014615" y="15007"/>
                  </a:cubicBezTo>
                  <a:cubicBezTo>
                    <a:pt x="2024224" y="24615"/>
                    <a:pt x="2029622" y="37648"/>
                    <a:pt x="2029622" y="51236"/>
                  </a:cubicBezTo>
                  <a:lnTo>
                    <a:pt x="2029622" y="296937"/>
                  </a:lnTo>
                  <a:cubicBezTo>
                    <a:pt x="2029622" y="310526"/>
                    <a:pt x="2024224" y="323558"/>
                    <a:pt x="2014615" y="333167"/>
                  </a:cubicBezTo>
                  <a:cubicBezTo>
                    <a:pt x="2005006" y="342776"/>
                    <a:pt x="1991974" y="348174"/>
                    <a:pt x="1978385" y="348174"/>
                  </a:cubicBezTo>
                  <a:lnTo>
                    <a:pt x="51236" y="348174"/>
                  </a:lnTo>
                  <a:cubicBezTo>
                    <a:pt x="37648" y="348174"/>
                    <a:pt x="24615" y="342776"/>
                    <a:pt x="15007" y="333167"/>
                  </a:cubicBezTo>
                  <a:cubicBezTo>
                    <a:pt x="5398" y="323558"/>
                    <a:pt x="0" y="310526"/>
                    <a:pt x="0" y="296937"/>
                  </a:cubicBezTo>
                  <a:lnTo>
                    <a:pt x="0" y="51236"/>
                  </a:lnTo>
                  <a:cubicBezTo>
                    <a:pt x="0" y="37648"/>
                    <a:pt x="5398" y="24615"/>
                    <a:pt x="15007" y="15007"/>
                  </a:cubicBezTo>
                  <a:cubicBezTo>
                    <a:pt x="24615" y="5398"/>
                    <a:pt x="37648" y="0"/>
                    <a:pt x="51236" y="0"/>
                  </a:cubicBezTo>
                  <a:close/>
                </a:path>
              </a:pathLst>
            </a:custGeom>
            <a:solidFill>
              <a:srgbClr val="227C9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19050"/>
              <a:ext cx="2029622" cy="3291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372270" y="2273408"/>
            <a:ext cx="7143256" cy="112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00"/>
              </a:lnSpc>
            </a:pPr>
            <a:r>
              <a:rPr lang="en-US" sz="4000" b="1">
                <a:solidFill>
                  <a:srgbClr val="FFFFFF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02 - TECHNICAL FEASIBLILTY       STUDY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83352" y="5831752"/>
            <a:ext cx="5886651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4000" b="1">
                <a:solidFill>
                  <a:srgbClr val="FFFFFF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04 - INTERVIEW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69779" y="7316821"/>
            <a:ext cx="5410191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4000" b="1">
                <a:solidFill>
                  <a:srgbClr val="FFFFFF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05 - QUESTIONNAIRE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028700" y="8600693"/>
            <a:ext cx="6731136" cy="1027869"/>
            <a:chOff x="0" y="0"/>
            <a:chExt cx="1772810" cy="27071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772809" cy="270714"/>
            </a:xfrm>
            <a:custGeom>
              <a:avLst/>
              <a:gdLst/>
              <a:ahLst/>
              <a:cxnLst/>
              <a:rect l="l" t="t" r="r" b="b"/>
              <a:pathLst>
                <a:path w="1772809" h="270714">
                  <a:moveTo>
                    <a:pt x="58658" y="0"/>
                  </a:moveTo>
                  <a:lnTo>
                    <a:pt x="1714151" y="0"/>
                  </a:lnTo>
                  <a:cubicBezTo>
                    <a:pt x="1746547" y="0"/>
                    <a:pt x="1772809" y="26262"/>
                    <a:pt x="1772809" y="58658"/>
                  </a:cubicBezTo>
                  <a:lnTo>
                    <a:pt x="1772809" y="212056"/>
                  </a:lnTo>
                  <a:cubicBezTo>
                    <a:pt x="1772809" y="227613"/>
                    <a:pt x="1766629" y="242533"/>
                    <a:pt x="1755629" y="253534"/>
                  </a:cubicBezTo>
                  <a:cubicBezTo>
                    <a:pt x="1744628" y="264534"/>
                    <a:pt x="1729708" y="270714"/>
                    <a:pt x="1714151" y="270714"/>
                  </a:cubicBezTo>
                  <a:lnTo>
                    <a:pt x="58658" y="270714"/>
                  </a:lnTo>
                  <a:cubicBezTo>
                    <a:pt x="43101" y="270714"/>
                    <a:pt x="28181" y="264534"/>
                    <a:pt x="17181" y="253534"/>
                  </a:cubicBezTo>
                  <a:cubicBezTo>
                    <a:pt x="6180" y="242533"/>
                    <a:pt x="0" y="227613"/>
                    <a:pt x="0" y="212056"/>
                  </a:cubicBezTo>
                  <a:lnTo>
                    <a:pt x="0" y="58658"/>
                  </a:lnTo>
                  <a:cubicBezTo>
                    <a:pt x="0" y="43101"/>
                    <a:pt x="6180" y="28181"/>
                    <a:pt x="17181" y="17181"/>
                  </a:cubicBezTo>
                  <a:cubicBezTo>
                    <a:pt x="28181" y="6180"/>
                    <a:pt x="43101" y="0"/>
                    <a:pt x="58658" y="0"/>
                  </a:cubicBezTo>
                  <a:close/>
                </a:path>
              </a:pathLst>
            </a:custGeom>
            <a:solidFill>
              <a:srgbClr val="227C9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19050"/>
              <a:ext cx="1772810" cy="2516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520824" y="8801889"/>
            <a:ext cx="6239012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4000" b="1">
                <a:solidFill>
                  <a:srgbClr val="FFFFFF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06 - CONTEXT DIAGRAM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10432585" y="588730"/>
            <a:ext cx="7486826" cy="1027869"/>
            <a:chOff x="0" y="0"/>
            <a:chExt cx="1971839" cy="270714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71839" cy="270714"/>
            </a:xfrm>
            <a:custGeom>
              <a:avLst/>
              <a:gdLst/>
              <a:ahLst/>
              <a:cxnLst/>
              <a:rect l="l" t="t" r="r" b="b"/>
              <a:pathLst>
                <a:path w="1971839" h="270714">
                  <a:moveTo>
                    <a:pt x="52738" y="0"/>
                  </a:moveTo>
                  <a:lnTo>
                    <a:pt x="1919101" y="0"/>
                  </a:lnTo>
                  <a:cubicBezTo>
                    <a:pt x="1933088" y="0"/>
                    <a:pt x="1946502" y="5556"/>
                    <a:pt x="1956392" y="15447"/>
                  </a:cubicBezTo>
                  <a:cubicBezTo>
                    <a:pt x="1966283" y="25337"/>
                    <a:pt x="1971839" y="38751"/>
                    <a:pt x="1971839" y="52738"/>
                  </a:cubicBezTo>
                  <a:lnTo>
                    <a:pt x="1971839" y="217977"/>
                  </a:lnTo>
                  <a:cubicBezTo>
                    <a:pt x="1971839" y="231964"/>
                    <a:pt x="1966283" y="245378"/>
                    <a:pt x="1956392" y="255268"/>
                  </a:cubicBezTo>
                  <a:cubicBezTo>
                    <a:pt x="1946502" y="265158"/>
                    <a:pt x="1933088" y="270714"/>
                    <a:pt x="1919101" y="270714"/>
                  </a:cubicBezTo>
                  <a:lnTo>
                    <a:pt x="52738" y="270714"/>
                  </a:lnTo>
                  <a:cubicBezTo>
                    <a:pt x="38751" y="270714"/>
                    <a:pt x="25337" y="265158"/>
                    <a:pt x="15447" y="255268"/>
                  </a:cubicBezTo>
                  <a:cubicBezTo>
                    <a:pt x="5556" y="245378"/>
                    <a:pt x="0" y="231964"/>
                    <a:pt x="0" y="217977"/>
                  </a:cubicBezTo>
                  <a:lnTo>
                    <a:pt x="0" y="52738"/>
                  </a:lnTo>
                  <a:cubicBezTo>
                    <a:pt x="0" y="38751"/>
                    <a:pt x="5556" y="25337"/>
                    <a:pt x="15447" y="15447"/>
                  </a:cubicBezTo>
                  <a:cubicBezTo>
                    <a:pt x="25337" y="5556"/>
                    <a:pt x="38751" y="0"/>
                    <a:pt x="52738" y="0"/>
                  </a:cubicBezTo>
                  <a:close/>
                </a:path>
              </a:pathLst>
            </a:custGeom>
            <a:solidFill>
              <a:srgbClr val="227C9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19050"/>
              <a:ext cx="1971839" cy="2516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0924709" y="789927"/>
            <a:ext cx="6824062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4000" b="1">
                <a:solidFill>
                  <a:srgbClr val="FFFFFF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07 - DATA FLOW DIAGRAM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10432585" y="2072211"/>
            <a:ext cx="7486826" cy="1027869"/>
            <a:chOff x="0" y="0"/>
            <a:chExt cx="1971839" cy="27071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971839" cy="270714"/>
            </a:xfrm>
            <a:custGeom>
              <a:avLst/>
              <a:gdLst/>
              <a:ahLst/>
              <a:cxnLst/>
              <a:rect l="l" t="t" r="r" b="b"/>
              <a:pathLst>
                <a:path w="1971839" h="270714">
                  <a:moveTo>
                    <a:pt x="52738" y="0"/>
                  </a:moveTo>
                  <a:lnTo>
                    <a:pt x="1919101" y="0"/>
                  </a:lnTo>
                  <a:cubicBezTo>
                    <a:pt x="1933088" y="0"/>
                    <a:pt x="1946502" y="5556"/>
                    <a:pt x="1956392" y="15447"/>
                  </a:cubicBezTo>
                  <a:cubicBezTo>
                    <a:pt x="1966283" y="25337"/>
                    <a:pt x="1971839" y="38751"/>
                    <a:pt x="1971839" y="52738"/>
                  </a:cubicBezTo>
                  <a:lnTo>
                    <a:pt x="1971839" y="217977"/>
                  </a:lnTo>
                  <a:cubicBezTo>
                    <a:pt x="1971839" y="231964"/>
                    <a:pt x="1966283" y="245378"/>
                    <a:pt x="1956392" y="255268"/>
                  </a:cubicBezTo>
                  <a:cubicBezTo>
                    <a:pt x="1946502" y="265158"/>
                    <a:pt x="1933088" y="270714"/>
                    <a:pt x="1919101" y="270714"/>
                  </a:cubicBezTo>
                  <a:lnTo>
                    <a:pt x="52738" y="270714"/>
                  </a:lnTo>
                  <a:cubicBezTo>
                    <a:pt x="38751" y="270714"/>
                    <a:pt x="25337" y="265158"/>
                    <a:pt x="15447" y="255268"/>
                  </a:cubicBezTo>
                  <a:cubicBezTo>
                    <a:pt x="5556" y="245378"/>
                    <a:pt x="0" y="231964"/>
                    <a:pt x="0" y="217977"/>
                  </a:cubicBezTo>
                  <a:lnTo>
                    <a:pt x="0" y="52738"/>
                  </a:lnTo>
                  <a:cubicBezTo>
                    <a:pt x="0" y="38751"/>
                    <a:pt x="5556" y="25337"/>
                    <a:pt x="15447" y="15447"/>
                  </a:cubicBezTo>
                  <a:cubicBezTo>
                    <a:pt x="25337" y="5556"/>
                    <a:pt x="38751" y="0"/>
                    <a:pt x="52738" y="0"/>
                  </a:cubicBezTo>
                  <a:close/>
                </a:path>
              </a:pathLst>
            </a:custGeom>
            <a:solidFill>
              <a:srgbClr val="227C9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19050"/>
              <a:ext cx="1971839" cy="2516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0924709" y="2273408"/>
            <a:ext cx="6824062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4000" b="1">
                <a:solidFill>
                  <a:srgbClr val="FFFFFF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08 - USE CASE DIAGRAM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0432585" y="3851383"/>
            <a:ext cx="7486826" cy="1027869"/>
            <a:chOff x="0" y="0"/>
            <a:chExt cx="1971839" cy="27071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971839" cy="270714"/>
            </a:xfrm>
            <a:custGeom>
              <a:avLst/>
              <a:gdLst/>
              <a:ahLst/>
              <a:cxnLst/>
              <a:rect l="l" t="t" r="r" b="b"/>
              <a:pathLst>
                <a:path w="1971839" h="270714">
                  <a:moveTo>
                    <a:pt x="52738" y="0"/>
                  </a:moveTo>
                  <a:lnTo>
                    <a:pt x="1919101" y="0"/>
                  </a:lnTo>
                  <a:cubicBezTo>
                    <a:pt x="1933088" y="0"/>
                    <a:pt x="1946502" y="5556"/>
                    <a:pt x="1956392" y="15447"/>
                  </a:cubicBezTo>
                  <a:cubicBezTo>
                    <a:pt x="1966283" y="25337"/>
                    <a:pt x="1971839" y="38751"/>
                    <a:pt x="1971839" y="52738"/>
                  </a:cubicBezTo>
                  <a:lnTo>
                    <a:pt x="1971839" y="217977"/>
                  </a:lnTo>
                  <a:cubicBezTo>
                    <a:pt x="1971839" y="231964"/>
                    <a:pt x="1966283" y="245378"/>
                    <a:pt x="1956392" y="255268"/>
                  </a:cubicBezTo>
                  <a:cubicBezTo>
                    <a:pt x="1946502" y="265158"/>
                    <a:pt x="1933088" y="270714"/>
                    <a:pt x="1919101" y="270714"/>
                  </a:cubicBezTo>
                  <a:lnTo>
                    <a:pt x="52738" y="270714"/>
                  </a:lnTo>
                  <a:cubicBezTo>
                    <a:pt x="38751" y="270714"/>
                    <a:pt x="25337" y="265158"/>
                    <a:pt x="15447" y="255268"/>
                  </a:cubicBezTo>
                  <a:cubicBezTo>
                    <a:pt x="5556" y="245378"/>
                    <a:pt x="0" y="231964"/>
                    <a:pt x="0" y="217977"/>
                  </a:cubicBezTo>
                  <a:lnTo>
                    <a:pt x="0" y="52738"/>
                  </a:lnTo>
                  <a:cubicBezTo>
                    <a:pt x="0" y="38751"/>
                    <a:pt x="5556" y="25337"/>
                    <a:pt x="15447" y="15447"/>
                  </a:cubicBezTo>
                  <a:cubicBezTo>
                    <a:pt x="25337" y="5556"/>
                    <a:pt x="38751" y="0"/>
                    <a:pt x="52738" y="0"/>
                  </a:cubicBezTo>
                  <a:close/>
                </a:path>
              </a:pathLst>
            </a:custGeom>
            <a:solidFill>
              <a:srgbClr val="227C9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19050"/>
              <a:ext cx="1971839" cy="2516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0924709" y="4052580"/>
            <a:ext cx="6824062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4000" b="1">
                <a:solidFill>
                  <a:srgbClr val="FFFFFF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09 - USE CASE SCENARIO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10432585" y="5630555"/>
            <a:ext cx="7486826" cy="1027869"/>
            <a:chOff x="0" y="0"/>
            <a:chExt cx="1971839" cy="270714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971839" cy="270714"/>
            </a:xfrm>
            <a:custGeom>
              <a:avLst/>
              <a:gdLst/>
              <a:ahLst/>
              <a:cxnLst/>
              <a:rect l="l" t="t" r="r" b="b"/>
              <a:pathLst>
                <a:path w="1971839" h="270714">
                  <a:moveTo>
                    <a:pt x="52738" y="0"/>
                  </a:moveTo>
                  <a:lnTo>
                    <a:pt x="1919101" y="0"/>
                  </a:lnTo>
                  <a:cubicBezTo>
                    <a:pt x="1933088" y="0"/>
                    <a:pt x="1946502" y="5556"/>
                    <a:pt x="1956392" y="15447"/>
                  </a:cubicBezTo>
                  <a:cubicBezTo>
                    <a:pt x="1966283" y="25337"/>
                    <a:pt x="1971839" y="38751"/>
                    <a:pt x="1971839" y="52738"/>
                  </a:cubicBezTo>
                  <a:lnTo>
                    <a:pt x="1971839" y="217977"/>
                  </a:lnTo>
                  <a:cubicBezTo>
                    <a:pt x="1971839" y="231964"/>
                    <a:pt x="1966283" y="245378"/>
                    <a:pt x="1956392" y="255268"/>
                  </a:cubicBezTo>
                  <a:cubicBezTo>
                    <a:pt x="1946502" y="265158"/>
                    <a:pt x="1933088" y="270714"/>
                    <a:pt x="1919101" y="270714"/>
                  </a:cubicBezTo>
                  <a:lnTo>
                    <a:pt x="52738" y="270714"/>
                  </a:lnTo>
                  <a:cubicBezTo>
                    <a:pt x="38751" y="270714"/>
                    <a:pt x="25337" y="265158"/>
                    <a:pt x="15447" y="255268"/>
                  </a:cubicBezTo>
                  <a:cubicBezTo>
                    <a:pt x="5556" y="245378"/>
                    <a:pt x="0" y="231964"/>
                    <a:pt x="0" y="217977"/>
                  </a:cubicBezTo>
                  <a:lnTo>
                    <a:pt x="0" y="52738"/>
                  </a:lnTo>
                  <a:cubicBezTo>
                    <a:pt x="0" y="38751"/>
                    <a:pt x="5556" y="25337"/>
                    <a:pt x="15447" y="15447"/>
                  </a:cubicBezTo>
                  <a:cubicBezTo>
                    <a:pt x="25337" y="5556"/>
                    <a:pt x="38751" y="0"/>
                    <a:pt x="52738" y="0"/>
                  </a:cubicBezTo>
                  <a:close/>
                </a:path>
              </a:pathLst>
            </a:custGeom>
            <a:solidFill>
              <a:srgbClr val="227C9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19050"/>
              <a:ext cx="1971839" cy="2516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0924709" y="5831752"/>
            <a:ext cx="6824062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4000" b="1">
                <a:solidFill>
                  <a:srgbClr val="FFFFFF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10 - ER DIAGRAM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10432585" y="7143594"/>
            <a:ext cx="7486826" cy="1027869"/>
            <a:chOff x="0" y="0"/>
            <a:chExt cx="1971839" cy="270714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971839" cy="270714"/>
            </a:xfrm>
            <a:custGeom>
              <a:avLst/>
              <a:gdLst/>
              <a:ahLst/>
              <a:cxnLst/>
              <a:rect l="l" t="t" r="r" b="b"/>
              <a:pathLst>
                <a:path w="1971839" h="270714">
                  <a:moveTo>
                    <a:pt x="52738" y="0"/>
                  </a:moveTo>
                  <a:lnTo>
                    <a:pt x="1919101" y="0"/>
                  </a:lnTo>
                  <a:cubicBezTo>
                    <a:pt x="1933088" y="0"/>
                    <a:pt x="1946502" y="5556"/>
                    <a:pt x="1956392" y="15447"/>
                  </a:cubicBezTo>
                  <a:cubicBezTo>
                    <a:pt x="1966283" y="25337"/>
                    <a:pt x="1971839" y="38751"/>
                    <a:pt x="1971839" y="52738"/>
                  </a:cubicBezTo>
                  <a:lnTo>
                    <a:pt x="1971839" y="217977"/>
                  </a:lnTo>
                  <a:cubicBezTo>
                    <a:pt x="1971839" y="231964"/>
                    <a:pt x="1966283" y="245378"/>
                    <a:pt x="1956392" y="255268"/>
                  </a:cubicBezTo>
                  <a:cubicBezTo>
                    <a:pt x="1946502" y="265158"/>
                    <a:pt x="1933088" y="270714"/>
                    <a:pt x="1919101" y="270714"/>
                  </a:cubicBezTo>
                  <a:lnTo>
                    <a:pt x="52738" y="270714"/>
                  </a:lnTo>
                  <a:cubicBezTo>
                    <a:pt x="38751" y="270714"/>
                    <a:pt x="25337" y="265158"/>
                    <a:pt x="15447" y="255268"/>
                  </a:cubicBezTo>
                  <a:cubicBezTo>
                    <a:pt x="5556" y="245378"/>
                    <a:pt x="0" y="231964"/>
                    <a:pt x="0" y="217977"/>
                  </a:cubicBezTo>
                  <a:lnTo>
                    <a:pt x="0" y="52738"/>
                  </a:lnTo>
                  <a:cubicBezTo>
                    <a:pt x="0" y="38751"/>
                    <a:pt x="5556" y="25337"/>
                    <a:pt x="15447" y="15447"/>
                  </a:cubicBezTo>
                  <a:cubicBezTo>
                    <a:pt x="25337" y="5556"/>
                    <a:pt x="38751" y="0"/>
                    <a:pt x="52738" y="0"/>
                  </a:cubicBezTo>
                  <a:close/>
                </a:path>
              </a:pathLst>
            </a:custGeom>
            <a:solidFill>
              <a:srgbClr val="227C9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19050"/>
              <a:ext cx="1971839" cy="2516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10924709" y="7344791"/>
            <a:ext cx="6824062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4000" b="1">
                <a:solidFill>
                  <a:srgbClr val="FFFFFF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11 - DATABASE DIAGRAM</a:t>
            </a:r>
          </a:p>
        </p:txBody>
      </p:sp>
      <p:grpSp>
        <p:nvGrpSpPr>
          <p:cNvPr id="42" name="Group 42"/>
          <p:cNvGrpSpPr/>
          <p:nvPr/>
        </p:nvGrpSpPr>
        <p:grpSpPr>
          <a:xfrm>
            <a:off x="10432585" y="8600693"/>
            <a:ext cx="7486826" cy="1027869"/>
            <a:chOff x="0" y="0"/>
            <a:chExt cx="1971839" cy="270714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971839" cy="270714"/>
            </a:xfrm>
            <a:custGeom>
              <a:avLst/>
              <a:gdLst/>
              <a:ahLst/>
              <a:cxnLst/>
              <a:rect l="l" t="t" r="r" b="b"/>
              <a:pathLst>
                <a:path w="1971839" h="270714">
                  <a:moveTo>
                    <a:pt x="52738" y="0"/>
                  </a:moveTo>
                  <a:lnTo>
                    <a:pt x="1919101" y="0"/>
                  </a:lnTo>
                  <a:cubicBezTo>
                    <a:pt x="1933088" y="0"/>
                    <a:pt x="1946502" y="5556"/>
                    <a:pt x="1956392" y="15447"/>
                  </a:cubicBezTo>
                  <a:cubicBezTo>
                    <a:pt x="1966283" y="25337"/>
                    <a:pt x="1971839" y="38751"/>
                    <a:pt x="1971839" y="52738"/>
                  </a:cubicBezTo>
                  <a:lnTo>
                    <a:pt x="1971839" y="217977"/>
                  </a:lnTo>
                  <a:cubicBezTo>
                    <a:pt x="1971839" y="231964"/>
                    <a:pt x="1966283" y="245378"/>
                    <a:pt x="1956392" y="255268"/>
                  </a:cubicBezTo>
                  <a:cubicBezTo>
                    <a:pt x="1946502" y="265158"/>
                    <a:pt x="1933088" y="270714"/>
                    <a:pt x="1919101" y="270714"/>
                  </a:cubicBezTo>
                  <a:lnTo>
                    <a:pt x="52738" y="270714"/>
                  </a:lnTo>
                  <a:cubicBezTo>
                    <a:pt x="38751" y="270714"/>
                    <a:pt x="25337" y="265158"/>
                    <a:pt x="15447" y="255268"/>
                  </a:cubicBezTo>
                  <a:cubicBezTo>
                    <a:pt x="5556" y="245378"/>
                    <a:pt x="0" y="231964"/>
                    <a:pt x="0" y="217977"/>
                  </a:cubicBezTo>
                  <a:lnTo>
                    <a:pt x="0" y="52738"/>
                  </a:lnTo>
                  <a:cubicBezTo>
                    <a:pt x="0" y="38751"/>
                    <a:pt x="5556" y="25337"/>
                    <a:pt x="15447" y="15447"/>
                  </a:cubicBezTo>
                  <a:cubicBezTo>
                    <a:pt x="25337" y="5556"/>
                    <a:pt x="38751" y="0"/>
                    <a:pt x="52738" y="0"/>
                  </a:cubicBezTo>
                  <a:close/>
                </a:path>
              </a:pathLst>
            </a:custGeom>
            <a:solidFill>
              <a:srgbClr val="227C9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19050"/>
              <a:ext cx="1971839" cy="2516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10924709" y="8801889"/>
            <a:ext cx="6824062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4000" b="1">
                <a:solidFill>
                  <a:srgbClr val="FFFFFF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12 - DATA DICTIONARY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1028700" y="588730"/>
            <a:ext cx="7706220" cy="1027869"/>
            <a:chOff x="0" y="0"/>
            <a:chExt cx="2029622" cy="27071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029622" cy="270714"/>
            </a:xfrm>
            <a:custGeom>
              <a:avLst/>
              <a:gdLst/>
              <a:ahLst/>
              <a:cxnLst/>
              <a:rect l="l" t="t" r="r" b="b"/>
              <a:pathLst>
                <a:path w="2029622" h="270714">
                  <a:moveTo>
                    <a:pt x="51236" y="0"/>
                  </a:moveTo>
                  <a:lnTo>
                    <a:pt x="1978385" y="0"/>
                  </a:lnTo>
                  <a:cubicBezTo>
                    <a:pt x="1991974" y="0"/>
                    <a:pt x="2005006" y="5398"/>
                    <a:pt x="2014615" y="15007"/>
                  </a:cubicBezTo>
                  <a:cubicBezTo>
                    <a:pt x="2024224" y="24615"/>
                    <a:pt x="2029622" y="37648"/>
                    <a:pt x="2029622" y="51236"/>
                  </a:cubicBezTo>
                  <a:lnTo>
                    <a:pt x="2029622" y="219478"/>
                  </a:lnTo>
                  <a:cubicBezTo>
                    <a:pt x="2029622" y="233067"/>
                    <a:pt x="2024224" y="246099"/>
                    <a:pt x="2014615" y="255708"/>
                  </a:cubicBezTo>
                  <a:cubicBezTo>
                    <a:pt x="2005006" y="265316"/>
                    <a:pt x="1991974" y="270714"/>
                    <a:pt x="1978385" y="270714"/>
                  </a:cubicBezTo>
                  <a:lnTo>
                    <a:pt x="51236" y="270714"/>
                  </a:lnTo>
                  <a:cubicBezTo>
                    <a:pt x="37648" y="270714"/>
                    <a:pt x="24615" y="265316"/>
                    <a:pt x="15007" y="255708"/>
                  </a:cubicBezTo>
                  <a:cubicBezTo>
                    <a:pt x="5398" y="246099"/>
                    <a:pt x="0" y="233067"/>
                    <a:pt x="0" y="219478"/>
                  </a:cubicBezTo>
                  <a:lnTo>
                    <a:pt x="0" y="51236"/>
                  </a:lnTo>
                  <a:cubicBezTo>
                    <a:pt x="0" y="37648"/>
                    <a:pt x="5398" y="24615"/>
                    <a:pt x="15007" y="15007"/>
                  </a:cubicBezTo>
                  <a:cubicBezTo>
                    <a:pt x="24615" y="5398"/>
                    <a:pt x="37648" y="0"/>
                    <a:pt x="51236" y="0"/>
                  </a:cubicBezTo>
                  <a:close/>
                </a:path>
              </a:pathLst>
            </a:custGeom>
            <a:solidFill>
              <a:srgbClr val="227C9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19050"/>
              <a:ext cx="2029622" cy="2516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1520824" y="789927"/>
            <a:ext cx="6824062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4000" b="1">
                <a:solidFill>
                  <a:srgbClr val="FFFFFF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01 - SYSTEM REQUEST</a:t>
            </a:r>
          </a:p>
        </p:txBody>
      </p:sp>
      <p:grpSp>
        <p:nvGrpSpPr>
          <p:cNvPr id="50" name="Group 50"/>
          <p:cNvGrpSpPr/>
          <p:nvPr/>
        </p:nvGrpSpPr>
        <p:grpSpPr>
          <a:xfrm>
            <a:off x="1028700" y="3851383"/>
            <a:ext cx="8283287" cy="1321972"/>
            <a:chOff x="0" y="0"/>
            <a:chExt cx="2181607" cy="348174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2181607" cy="348174"/>
            </a:xfrm>
            <a:custGeom>
              <a:avLst/>
              <a:gdLst/>
              <a:ahLst/>
              <a:cxnLst/>
              <a:rect l="l" t="t" r="r" b="b"/>
              <a:pathLst>
                <a:path w="2181607" h="348174">
                  <a:moveTo>
                    <a:pt x="47667" y="0"/>
                  </a:moveTo>
                  <a:lnTo>
                    <a:pt x="2133940" y="0"/>
                  </a:lnTo>
                  <a:cubicBezTo>
                    <a:pt x="2146582" y="0"/>
                    <a:pt x="2158706" y="5022"/>
                    <a:pt x="2167645" y="13961"/>
                  </a:cubicBezTo>
                  <a:cubicBezTo>
                    <a:pt x="2176585" y="22901"/>
                    <a:pt x="2181607" y="35025"/>
                    <a:pt x="2181607" y="47667"/>
                  </a:cubicBezTo>
                  <a:lnTo>
                    <a:pt x="2181607" y="300507"/>
                  </a:lnTo>
                  <a:cubicBezTo>
                    <a:pt x="2181607" y="326833"/>
                    <a:pt x="2160265" y="348174"/>
                    <a:pt x="2133940" y="348174"/>
                  </a:cubicBezTo>
                  <a:lnTo>
                    <a:pt x="47667" y="348174"/>
                  </a:lnTo>
                  <a:cubicBezTo>
                    <a:pt x="21341" y="348174"/>
                    <a:pt x="0" y="326833"/>
                    <a:pt x="0" y="300507"/>
                  </a:cubicBezTo>
                  <a:lnTo>
                    <a:pt x="0" y="47667"/>
                  </a:lnTo>
                  <a:cubicBezTo>
                    <a:pt x="0" y="21341"/>
                    <a:pt x="21341" y="0"/>
                    <a:pt x="47667" y="0"/>
                  </a:cubicBezTo>
                  <a:close/>
                </a:path>
              </a:pathLst>
            </a:custGeom>
            <a:solidFill>
              <a:srgbClr val="227C9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19050"/>
              <a:ext cx="2181607" cy="3291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3" name="TextBox 53"/>
          <p:cNvSpPr txBox="1"/>
          <p:nvPr/>
        </p:nvSpPr>
        <p:spPr>
          <a:xfrm>
            <a:off x="1281297" y="3956574"/>
            <a:ext cx="7807594" cy="112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00"/>
              </a:lnSpc>
            </a:pPr>
            <a:r>
              <a:rPr lang="en-US" sz="4000" b="1">
                <a:solidFill>
                  <a:srgbClr val="FFFFFF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03 - OPERATIONAL FEASIBILITY STUDY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2700000">
            <a:off x="-3166134" y="-4341298"/>
            <a:ext cx="7415398" cy="3565095"/>
            <a:chOff x="0" y="0"/>
            <a:chExt cx="660400" cy="317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-3628748" y="-3521748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-3842695" y="-3209072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-4022296" y="-2850601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-4148951" y="-2464334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-4292805" y="-2024657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898788" y="1570058"/>
            <a:ext cx="8000829" cy="7053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44"/>
              </a:lnSpc>
            </a:pPr>
            <a:r>
              <a:rPr lang="en-US" sz="5600" b="1" dirty="0">
                <a:solidFill>
                  <a:srgbClr val="227C9D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01 - SYSTEM REQUEST</a:t>
            </a:r>
          </a:p>
        </p:txBody>
      </p:sp>
      <p:sp>
        <p:nvSpPr>
          <p:cNvPr id="11" name="Freeform 11"/>
          <p:cNvSpPr/>
          <p:nvPr/>
        </p:nvSpPr>
        <p:spPr>
          <a:xfrm rot="-10800000">
            <a:off x="16192287" y="7062107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7266571" y="7090682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6182762" y="8174491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 rot="-10800000">
            <a:off x="16182762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 rot="-5400000">
            <a:off x="17266571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A04AFF-295D-653B-F024-885D11781A87}"/>
              </a:ext>
            </a:extLst>
          </p:cNvPr>
          <p:cNvSpPr txBox="1"/>
          <p:nvPr/>
        </p:nvSpPr>
        <p:spPr>
          <a:xfrm>
            <a:off x="3276430" y="2521996"/>
            <a:ext cx="34414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E6D73"/>
                </a:solidFill>
                <a:latin typeface="Kollektif Bold"/>
                <a:sym typeface="Kollektif Bold"/>
              </a:rPr>
              <a:t>Pls click on the hyperlink below to view the file:</a:t>
            </a:r>
            <a:endParaRPr lang="en-US" sz="2800" dirty="0"/>
          </a:p>
        </p:txBody>
      </p:sp>
      <p:sp>
        <p:nvSpPr>
          <p:cNvPr id="21" name="TextBox 20">
            <a:hlinkClick r:id="rId8"/>
            <a:extLst>
              <a:ext uri="{FF2B5EF4-FFF2-40B4-BE49-F238E27FC236}">
                <a16:creationId xmlns:a16="http://schemas.microsoft.com/office/drawing/2014/main" id="{39087E63-B576-2025-7871-D69C0362A137}"/>
              </a:ext>
            </a:extLst>
          </p:cNvPr>
          <p:cNvSpPr txBox="1"/>
          <p:nvPr/>
        </p:nvSpPr>
        <p:spPr>
          <a:xfrm>
            <a:off x="3768213" y="4203073"/>
            <a:ext cx="4613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Kollektif Bold"/>
                <a:sym typeface="Kollektif Bold"/>
                <a:hlinkClick r:id="rId8"/>
              </a:rPr>
              <a:t>Click on me (ctrl + click)</a:t>
            </a:r>
            <a:endParaRPr lang="en-US" sz="3200" dirty="0"/>
          </a:p>
        </p:txBody>
      </p:sp>
      <p:pic>
        <p:nvPicPr>
          <p:cNvPr id="23" name="Graphic 22" descr="Link with solid fill">
            <a:extLst>
              <a:ext uri="{FF2B5EF4-FFF2-40B4-BE49-F238E27FC236}">
                <a16:creationId xmlns:a16="http://schemas.microsoft.com/office/drawing/2014/main" id="{A737A4A2-BD56-3D38-92B2-B13D659A977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27496" y="4258455"/>
            <a:ext cx="483227" cy="4832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2700000">
            <a:off x="-3166134" y="-4341298"/>
            <a:ext cx="7415398" cy="3565095"/>
            <a:chOff x="0" y="0"/>
            <a:chExt cx="660400" cy="317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-3628748" y="-3521748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-3842695" y="-3209072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-4022296" y="-2850601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-4148951" y="-2464334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-4292805" y="-2024657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898788" y="1570058"/>
            <a:ext cx="14293499" cy="844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44"/>
              </a:lnSpc>
            </a:pPr>
            <a:r>
              <a:rPr lang="en-US" sz="5600" b="1">
                <a:solidFill>
                  <a:srgbClr val="227C9D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02 - TECHNICAL FEASIBLILTY STUDY:</a:t>
            </a:r>
          </a:p>
        </p:txBody>
      </p:sp>
      <p:sp>
        <p:nvSpPr>
          <p:cNvPr id="11" name="Freeform 11"/>
          <p:cNvSpPr/>
          <p:nvPr/>
        </p:nvSpPr>
        <p:spPr>
          <a:xfrm rot="-10800000">
            <a:off x="16192287" y="7062107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7266571" y="7090682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6182762" y="8174491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 rot="-10800000">
            <a:off x="16182762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 rot="-5400000">
            <a:off x="17266571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611EB6-BD44-1A8F-C936-133F9799C35C}"/>
              </a:ext>
            </a:extLst>
          </p:cNvPr>
          <p:cNvSpPr txBox="1"/>
          <p:nvPr/>
        </p:nvSpPr>
        <p:spPr>
          <a:xfrm>
            <a:off x="3276430" y="2521996"/>
            <a:ext cx="34414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E6D73"/>
                </a:solidFill>
                <a:latin typeface="Kollektif Bold"/>
                <a:sym typeface="Kollektif Bold"/>
              </a:rPr>
              <a:t>Pls click on the hyperlink below to view the file:</a:t>
            </a:r>
            <a:endParaRPr lang="en-US" sz="2800" dirty="0"/>
          </a:p>
        </p:txBody>
      </p:sp>
      <p:sp>
        <p:nvSpPr>
          <p:cNvPr id="17" name="TextBox 16">
            <a:hlinkClick r:id="rId8"/>
            <a:extLst>
              <a:ext uri="{FF2B5EF4-FFF2-40B4-BE49-F238E27FC236}">
                <a16:creationId xmlns:a16="http://schemas.microsoft.com/office/drawing/2014/main" id="{542FCEFA-EB0E-31D8-283B-AE3E68C6DA1C}"/>
              </a:ext>
            </a:extLst>
          </p:cNvPr>
          <p:cNvSpPr txBox="1"/>
          <p:nvPr/>
        </p:nvSpPr>
        <p:spPr>
          <a:xfrm>
            <a:off x="3768213" y="4203073"/>
            <a:ext cx="4613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Kollektif Bold"/>
                <a:sym typeface="Kollektif Bold"/>
                <a:hlinkClick r:id="rId9"/>
              </a:rPr>
              <a:t>Click on me (ctrl + click)</a:t>
            </a:r>
            <a:endParaRPr lang="en-US" sz="3200" dirty="0"/>
          </a:p>
        </p:txBody>
      </p:sp>
      <p:pic>
        <p:nvPicPr>
          <p:cNvPr id="18" name="Graphic 17" descr="Link with solid fill">
            <a:extLst>
              <a:ext uri="{FF2B5EF4-FFF2-40B4-BE49-F238E27FC236}">
                <a16:creationId xmlns:a16="http://schemas.microsoft.com/office/drawing/2014/main" id="{6C27A2A3-6F56-FF6D-E3C0-9521BA5100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27496" y="4258455"/>
            <a:ext cx="483227" cy="4832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2700000">
            <a:off x="-3166134" y="-4341298"/>
            <a:ext cx="7415398" cy="3565095"/>
            <a:chOff x="0" y="0"/>
            <a:chExt cx="660400" cy="317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-3628748" y="-3521748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-3842695" y="-3209072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-4022296" y="-2850601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-4148951" y="-2464334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-4292805" y="-2024657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898788" y="1570058"/>
            <a:ext cx="14070725" cy="844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44"/>
              </a:lnSpc>
            </a:pPr>
            <a:r>
              <a:rPr lang="en-US" sz="5600" b="1">
                <a:solidFill>
                  <a:srgbClr val="227C9D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03 - OPERATIONAL FEASIBILITY STUDY:</a:t>
            </a:r>
          </a:p>
        </p:txBody>
      </p:sp>
      <p:sp>
        <p:nvSpPr>
          <p:cNvPr id="11" name="Freeform 11"/>
          <p:cNvSpPr/>
          <p:nvPr/>
        </p:nvSpPr>
        <p:spPr>
          <a:xfrm rot="-10800000">
            <a:off x="16192287" y="7062107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7266571" y="7090682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6182762" y="8174491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 rot="-10800000">
            <a:off x="16182762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 rot="-5400000">
            <a:off x="17266571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463814-535B-2FAC-236F-AA2C9C67ADAC}"/>
              </a:ext>
            </a:extLst>
          </p:cNvPr>
          <p:cNvSpPr txBox="1"/>
          <p:nvPr/>
        </p:nvSpPr>
        <p:spPr>
          <a:xfrm>
            <a:off x="3276430" y="2521996"/>
            <a:ext cx="34414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E6D73"/>
                </a:solidFill>
                <a:latin typeface="Kollektif Bold"/>
                <a:sym typeface="Kollektif Bold"/>
              </a:rPr>
              <a:t>Pls click on the hyperlink below to view the file:</a:t>
            </a:r>
            <a:endParaRPr lang="en-US" sz="2800" dirty="0"/>
          </a:p>
        </p:txBody>
      </p:sp>
      <p:sp>
        <p:nvSpPr>
          <p:cNvPr id="17" name="TextBox 16">
            <a:hlinkClick r:id="rId8"/>
            <a:extLst>
              <a:ext uri="{FF2B5EF4-FFF2-40B4-BE49-F238E27FC236}">
                <a16:creationId xmlns:a16="http://schemas.microsoft.com/office/drawing/2014/main" id="{2EAEB4D6-AB18-0FE2-E623-7B3B5E055AD9}"/>
              </a:ext>
            </a:extLst>
          </p:cNvPr>
          <p:cNvSpPr txBox="1"/>
          <p:nvPr/>
        </p:nvSpPr>
        <p:spPr>
          <a:xfrm>
            <a:off x="3768213" y="4203073"/>
            <a:ext cx="4613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Kollektif Bold"/>
                <a:sym typeface="Kollektif Bold"/>
                <a:hlinkClick r:id="rId9"/>
              </a:rPr>
              <a:t>Click on me (ctrl + click)</a:t>
            </a:r>
            <a:endParaRPr lang="en-US" sz="3200" dirty="0"/>
          </a:p>
        </p:txBody>
      </p:sp>
      <p:pic>
        <p:nvPicPr>
          <p:cNvPr id="18" name="Graphic 17" descr="Link with solid fill">
            <a:extLst>
              <a:ext uri="{FF2B5EF4-FFF2-40B4-BE49-F238E27FC236}">
                <a16:creationId xmlns:a16="http://schemas.microsoft.com/office/drawing/2014/main" id="{57D6C364-4778-8368-48C6-FD8E70C5358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27496" y="4258455"/>
            <a:ext cx="483227" cy="4832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2700000">
            <a:off x="-3166134" y="-4341298"/>
            <a:ext cx="7415398" cy="3565095"/>
            <a:chOff x="0" y="0"/>
            <a:chExt cx="660400" cy="317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-3628748" y="-3521748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-3842695" y="-3209072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-4022296" y="-2850601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-4148951" y="-2464334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-4292805" y="-2024657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898788" y="1570058"/>
            <a:ext cx="6099416" cy="844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44"/>
              </a:lnSpc>
            </a:pPr>
            <a:r>
              <a:rPr lang="en-US" sz="5600" b="1">
                <a:solidFill>
                  <a:srgbClr val="227C9D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04 - INTERVIEW:</a:t>
            </a:r>
          </a:p>
        </p:txBody>
      </p:sp>
      <p:sp>
        <p:nvSpPr>
          <p:cNvPr id="11" name="Freeform 11"/>
          <p:cNvSpPr/>
          <p:nvPr/>
        </p:nvSpPr>
        <p:spPr>
          <a:xfrm rot="-10800000">
            <a:off x="16192287" y="7062107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7266571" y="7090682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6182762" y="8174491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 rot="-10800000">
            <a:off x="16182762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 rot="-5400000">
            <a:off x="17266571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5DF70E-2F13-F5D3-DB02-2A038DABCCFE}"/>
              </a:ext>
            </a:extLst>
          </p:cNvPr>
          <p:cNvSpPr txBox="1"/>
          <p:nvPr/>
        </p:nvSpPr>
        <p:spPr>
          <a:xfrm>
            <a:off x="3276430" y="2521996"/>
            <a:ext cx="34414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E6D73"/>
                </a:solidFill>
                <a:latin typeface="Kollektif Bold"/>
                <a:sym typeface="Kollektif Bold"/>
              </a:rPr>
              <a:t>Pls click on the hyperlink below to view the file:</a:t>
            </a:r>
            <a:endParaRPr lang="en-US" sz="2800" dirty="0"/>
          </a:p>
        </p:txBody>
      </p:sp>
      <p:sp>
        <p:nvSpPr>
          <p:cNvPr id="17" name="TextBox 16">
            <a:hlinkClick r:id="rId8"/>
            <a:extLst>
              <a:ext uri="{FF2B5EF4-FFF2-40B4-BE49-F238E27FC236}">
                <a16:creationId xmlns:a16="http://schemas.microsoft.com/office/drawing/2014/main" id="{E53FC789-C4D3-5D03-6183-1D7A69233C04}"/>
              </a:ext>
            </a:extLst>
          </p:cNvPr>
          <p:cNvSpPr txBox="1"/>
          <p:nvPr/>
        </p:nvSpPr>
        <p:spPr>
          <a:xfrm>
            <a:off x="3768213" y="4203073"/>
            <a:ext cx="4613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Kollektif Bold"/>
                <a:sym typeface="Kollektif Bold"/>
                <a:hlinkClick r:id="rId9"/>
              </a:rPr>
              <a:t>Click on me (ctrl + click)</a:t>
            </a:r>
            <a:endParaRPr lang="en-US" sz="3200" dirty="0"/>
          </a:p>
        </p:txBody>
      </p:sp>
      <p:pic>
        <p:nvPicPr>
          <p:cNvPr id="18" name="Graphic 17" descr="Link with solid fill">
            <a:extLst>
              <a:ext uri="{FF2B5EF4-FFF2-40B4-BE49-F238E27FC236}">
                <a16:creationId xmlns:a16="http://schemas.microsoft.com/office/drawing/2014/main" id="{F4DD08D8-44C3-424B-4524-D6A578103B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27496" y="4258455"/>
            <a:ext cx="483227" cy="4832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2700000">
            <a:off x="-3166134" y="-4341298"/>
            <a:ext cx="7415398" cy="3565095"/>
            <a:chOff x="0" y="0"/>
            <a:chExt cx="660400" cy="317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-3628748" y="-3521748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-3842695" y="-3209072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-4022296" y="-2850601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-4148951" y="-2464334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-4292805" y="-2024657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898788" y="1570058"/>
            <a:ext cx="8000829" cy="844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44"/>
              </a:lnSpc>
            </a:pPr>
            <a:r>
              <a:rPr lang="en-US" sz="5600" b="1">
                <a:solidFill>
                  <a:srgbClr val="227C9D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05 - QUESTIONNAIRE:</a:t>
            </a:r>
          </a:p>
        </p:txBody>
      </p:sp>
      <p:sp>
        <p:nvSpPr>
          <p:cNvPr id="11" name="Freeform 11"/>
          <p:cNvSpPr/>
          <p:nvPr/>
        </p:nvSpPr>
        <p:spPr>
          <a:xfrm rot="-10800000">
            <a:off x="16192287" y="7062107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7266571" y="7090682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6182762" y="8174491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 rot="-10800000">
            <a:off x="16182762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 rot="-5400000">
            <a:off x="17266571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8BEFF4-F2B0-CC07-F62C-31B79D1711EC}"/>
              </a:ext>
            </a:extLst>
          </p:cNvPr>
          <p:cNvSpPr txBox="1"/>
          <p:nvPr/>
        </p:nvSpPr>
        <p:spPr>
          <a:xfrm>
            <a:off x="3276430" y="2496648"/>
            <a:ext cx="34414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E6D73"/>
                </a:solidFill>
                <a:latin typeface="Kollektif Bold"/>
                <a:sym typeface="Kollektif Bold"/>
              </a:rPr>
              <a:t>Pls click on the hyperlink below to view the file:</a:t>
            </a:r>
            <a:endParaRPr lang="en-US" sz="2800" dirty="0"/>
          </a:p>
        </p:txBody>
      </p:sp>
      <p:sp>
        <p:nvSpPr>
          <p:cNvPr id="17" name="TextBox 16">
            <a:hlinkClick r:id="rId8"/>
            <a:extLst>
              <a:ext uri="{FF2B5EF4-FFF2-40B4-BE49-F238E27FC236}">
                <a16:creationId xmlns:a16="http://schemas.microsoft.com/office/drawing/2014/main" id="{100484E0-7735-2B5A-89F4-0A0A8C051410}"/>
              </a:ext>
            </a:extLst>
          </p:cNvPr>
          <p:cNvSpPr txBox="1"/>
          <p:nvPr/>
        </p:nvSpPr>
        <p:spPr>
          <a:xfrm>
            <a:off x="3768213" y="4177725"/>
            <a:ext cx="4613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Kollektif Bold"/>
                <a:sym typeface="Kollektif Bold"/>
                <a:hlinkClick r:id="rId9"/>
              </a:rPr>
              <a:t>Click on me (ctrl + click)</a:t>
            </a:r>
            <a:endParaRPr lang="en-US" sz="3200" dirty="0"/>
          </a:p>
        </p:txBody>
      </p:sp>
      <p:pic>
        <p:nvPicPr>
          <p:cNvPr id="18" name="Graphic 17" descr="Link with solid fill">
            <a:extLst>
              <a:ext uri="{FF2B5EF4-FFF2-40B4-BE49-F238E27FC236}">
                <a16:creationId xmlns:a16="http://schemas.microsoft.com/office/drawing/2014/main" id="{A1A4915E-D702-4B39-6431-83BD1B2AE67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27496" y="4233107"/>
            <a:ext cx="483227" cy="4832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2700000">
            <a:off x="-3166134" y="-4341298"/>
            <a:ext cx="7415398" cy="3565095"/>
            <a:chOff x="0" y="0"/>
            <a:chExt cx="660400" cy="317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-3628748" y="-3521748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-3842695" y="-3209072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-4022296" y="-2850601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-4148951" y="-2464334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-4292805" y="-2024657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898788" y="1570058"/>
            <a:ext cx="9075376" cy="844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44"/>
              </a:lnSpc>
            </a:pPr>
            <a:r>
              <a:rPr lang="en-US" sz="5600" b="1" dirty="0">
                <a:solidFill>
                  <a:srgbClr val="227C9D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06 - CONTEXT DIAGRAM:</a:t>
            </a:r>
          </a:p>
        </p:txBody>
      </p:sp>
      <p:sp>
        <p:nvSpPr>
          <p:cNvPr id="11" name="Freeform 11"/>
          <p:cNvSpPr/>
          <p:nvPr/>
        </p:nvSpPr>
        <p:spPr>
          <a:xfrm rot="-10800000">
            <a:off x="16192287" y="7062107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7266571" y="7090682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6182762" y="8174491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 rot="-10800000">
            <a:off x="16182762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 rot="-5400000">
            <a:off x="17266571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D67AD2-F307-8D8D-D3D4-C38FDF895245}"/>
              </a:ext>
            </a:extLst>
          </p:cNvPr>
          <p:cNvSpPr txBox="1"/>
          <p:nvPr/>
        </p:nvSpPr>
        <p:spPr>
          <a:xfrm>
            <a:off x="3276430" y="2496648"/>
            <a:ext cx="34414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E6D73"/>
                </a:solidFill>
                <a:latin typeface="Kollektif Bold"/>
                <a:sym typeface="Kollektif Bold"/>
              </a:rPr>
              <a:t>Pls click on the hyperlink below to view the file:</a:t>
            </a:r>
            <a:endParaRPr lang="en-US" sz="2800" dirty="0"/>
          </a:p>
        </p:txBody>
      </p:sp>
      <p:sp>
        <p:nvSpPr>
          <p:cNvPr id="17" name="TextBox 16">
            <a:hlinkClick r:id="rId8"/>
            <a:extLst>
              <a:ext uri="{FF2B5EF4-FFF2-40B4-BE49-F238E27FC236}">
                <a16:creationId xmlns:a16="http://schemas.microsoft.com/office/drawing/2014/main" id="{DE74B8B3-7A04-1396-A28C-CF81913F05E9}"/>
              </a:ext>
            </a:extLst>
          </p:cNvPr>
          <p:cNvSpPr txBox="1"/>
          <p:nvPr/>
        </p:nvSpPr>
        <p:spPr>
          <a:xfrm>
            <a:off x="3768213" y="4177725"/>
            <a:ext cx="4613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Kollektif Bold"/>
                <a:sym typeface="Kollektif Bold"/>
                <a:hlinkClick r:id="rId9"/>
              </a:rPr>
              <a:t>Click on me (ctrl + click)</a:t>
            </a:r>
            <a:endParaRPr lang="en-US" sz="3200" dirty="0"/>
          </a:p>
        </p:txBody>
      </p:sp>
      <p:pic>
        <p:nvPicPr>
          <p:cNvPr id="18" name="Graphic 17" descr="Link with solid fill">
            <a:extLst>
              <a:ext uri="{FF2B5EF4-FFF2-40B4-BE49-F238E27FC236}">
                <a16:creationId xmlns:a16="http://schemas.microsoft.com/office/drawing/2014/main" id="{40DF33DE-105C-3557-EE02-767715152E5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27496" y="4233107"/>
            <a:ext cx="483227" cy="4832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2700000">
            <a:off x="-3166134" y="-4341298"/>
            <a:ext cx="7415398" cy="3565095"/>
            <a:chOff x="0" y="0"/>
            <a:chExt cx="660400" cy="317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-3628748" y="-3521748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-3842695" y="-3209072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-4022296" y="-2850601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-4148951" y="-2464334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-4292805" y="-2024657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898788" y="1570058"/>
            <a:ext cx="9643283" cy="844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44"/>
              </a:lnSpc>
            </a:pPr>
            <a:r>
              <a:rPr lang="en-US" sz="5600" b="1">
                <a:solidFill>
                  <a:srgbClr val="227C9D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07 - DATA FLOW DIAGRAM:</a:t>
            </a:r>
          </a:p>
        </p:txBody>
      </p:sp>
      <p:sp>
        <p:nvSpPr>
          <p:cNvPr id="11" name="Freeform 11"/>
          <p:cNvSpPr/>
          <p:nvPr/>
        </p:nvSpPr>
        <p:spPr>
          <a:xfrm rot="-10800000">
            <a:off x="16192287" y="7062107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7266571" y="7090682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6182762" y="8174491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 rot="-10800000">
            <a:off x="16182762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 rot="-5400000">
            <a:off x="17266571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E55549-4915-3417-B93E-D1F69C56EDDE}"/>
              </a:ext>
            </a:extLst>
          </p:cNvPr>
          <p:cNvSpPr txBox="1"/>
          <p:nvPr/>
        </p:nvSpPr>
        <p:spPr>
          <a:xfrm>
            <a:off x="3276430" y="2476500"/>
            <a:ext cx="34414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E6D73"/>
                </a:solidFill>
                <a:latin typeface="Kollektif Bold"/>
                <a:sym typeface="Kollektif Bold"/>
              </a:rPr>
              <a:t>Pls click on the hyperlink below to view the file:</a:t>
            </a:r>
            <a:endParaRPr lang="en-US" sz="2800" dirty="0"/>
          </a:p>
        </p:txBody>
      </p:sp>
      <p:sp>
        <p:nvSpPr>
          <p:cNvPr id="17" name="TextBox 16">
            <a:hlinkClick r:id="rId8"/>
            <a:extLst>
              <a:ext uri="{FF2B5EF4-FFF2-40B4-BE49-F238E27FC236}">
                <a16:creationId xmlns:a16="http://schemas.microsoft.com/office/drawing/2014/main" id="{90CCB85D-9A5C-CE93-30F4-84A1FF118D55}"/>
              </a:ext>
            </a:extLst>
          </p:cNvPr>
          <p:cNvSpPr txBox="1"/>
          <p:nvPr/>
        </p:nvSpPr>
        <p:spPr>
          <a:xfrm>
            <a:off x="3768213" y="4157577"/>
            <a:ext cx="4613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Kollektif Bold"/>
                <a:sym typeface="Kollektif Bold"/>
                <a:hlinkClick r:id="rId9"/>
              </a:rPr>
              <a:t>Click on me (ctrl + click)</a:t>
            </a:r>
            <a:endParaRPr lang="en-US" sz="3200" dirty="0"/>
          </a:p>
        </p:txBody>
      </p:sp>
      <p:pic>
        <p:nvPicPr>
          <p:cNvPr id="18" name="Graphic 17" descr="Link with solid fill">
            <a:extLst>
              <a:ext uri="{FF2B5EF4-FFF2-40B4-BE49-F238E27FC236}">
                <a16:creationId xmlns:a16="http://schemas.microsoft.com/office/drawing/2014/main" id="{FC04981C-8BF9-CF03-BC77-B12FD7EDB50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27496" y="4212959"/>
            <a:ext cx="483227" cy="48322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2700000">
            <a:off x="-3166134" y="-4341298"/>
            <a:ext cx="7415398" cy="3565095"/>
            <a:chOff x="0" y="0"/>
            <a:chExt cx="660400" cy="317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-3628748" y="-3521748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-3842695" y="-3209072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-4022296" y="-2850601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-4148951" y="-2464334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-4292805" y="-2024657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898788" y="1570058"/>
            <a:ext cx="9007164" cy="844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44"/>
              </a:lnSpc>
            </a:pPr>
            <a:r>
              <a:rPr lang="en-US" sz="5600" b="1">
                <a:solidFill>
                  <a:srgbClr val="227C9D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08 - USE CASE DIAGRAM:</a:t>
            </a:r>
          </a:p>
        </p:txBody>
      </p:sp>
      <p:sp>
        <p:nvSpPr>
          <p:cNvPr id="11" name="Freeform 11"/>
          <p:cNvSpPr/>
          <p:nvPr/>
        </p:nvSpPr>
        <p:spPr>
          <a:xfrm rot="-10800000">
            <a:off x="16192287" y="7062107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7266571" y="7090682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6182762" y="8174491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 rot="-10800000">
            <a:off x="16182762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 rot="-5400000">
            <a:off x="17266571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6AC29D-4694-F4FE-DD51-0C7FE8652AF3}"/>
              </a:ext>
            </a:extLst>
          </p:cNvPr>
          <p:cNvSpPr txBox="1"/>
          <p:nvPr/>
        </p:nvSpPr>
        <p:spPr>
          <a:xfrm>
            <a:off x="3276430" y="2628900"/>
            <a:ext cx="34414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E6D73"/>
                </a:solidFill>
                <a:latin typeface="Kollektif Bold"/>
                <a:sym typeface="Kollektif Bold"/>
              </a:rPr>
              <a:t>Pls click on the hyperlink below to view the file:</a:t>
            </a:r>
            <a:endParaRPr lang="en-US" sz="2800" dirty="0"/>
          </a:p>
        </p:txBody>
      </p:sp>
      <p:sp>
        <p:nvSpPr>
          <p:cNvPr id="17" name="TextBox 16">
            <a:hlinkClick r:id="rId8"/>
            <a:extLst>
              <a:ext uri="{FF2B5EF4-FFF2-40B4-BE49-F238E27FC236}">
                <a16:creationId xmlns:a16="http://schemas.microsoft.com/office/drawing/2014/main" id="{45E2B073-55F0-AB97-BF00-34B52C5B7251}"/>
              </a:ext>
            </a:extLst>
          </p:cNvPr>
          <p:cNvSpPr txBox="1"/>
          <p:nvPr/>
        </p:nvSpPr>
        <p:spPr>
          <a:xfrm>
            <a:off x="3768213" y="4309977"/>
            <a:ext cx="4613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Kollektif Bold"/>
                <a:sym typeface="Kollektif Bold"/>
                <a:hlinkClick r:id="rId9"/>
              </a:rPr>
              <a:t>Click on me (ctrl + click)</a:t>
            </a:r>
            <a:endParaRPr lang="en-US" sz="3200" dirty="0"/>
          </a:p>
        </p:txBody>
      </p:sp>
      <p:pic>
        <p:nvPicPr>
          <p:cNvPr id="18" name="Graphic 17" descr="Link with solid fill">
            <a:extLst>
              <a:ext uri="{FF2B5EF4-FFF2-40B4-BE49-F238E27FC236}">
                <a16:creationId xmlns:a16="http://schemas.microsoft.com/office/drawing/2014/main" id="{52484DF6-209A-35D2-0B6E-DCEE5D304CD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27496" y="4365359"/>
            <a:ext cx="483227" cy="48322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2700000">
            <a:off x="-3166134" y="-4341298"/>
            <a:ext cx="7415398" cy="3565095"/>
            <a:chOff x="0" y="0"/>
            <a:chExt cx="660400" cy="317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-3628748" y="-3521748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-3842695" y="-3209072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-4022296" y="-2850601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-4148951" y="-2464334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-4292805" y="-2024657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898788" y="1570058"/>
            <a:ext cx="9670917" cy="844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44"/>
              </a:lnSpc>
            </a:pPr>
            <a:r>
              <a:rPr lang="en-US" sz="5600" b="1">
                <a:solidFill>
                  <a:srgbClr val="227C9D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09 - USE CASE SCENARIO:</a:t>
            </a:r>
          </a:p>
        </p:txBody>
      </p:sp>
      <p:sp>
        <p:nvSpPr>
          <p:cNvPr id="11" name="Freeform 11"/>
          <p:cNvSpPr/>
          <p:nvPr/>
        </p:nvSpPr>
        <p:spPr>
          <a:xfrm rot="-10800000">
            <a:off x="16192287" y="7062107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7266571" y="7090682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6182762" y="8174491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 rot="-10800000">
            <a:off x="16182762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 rot="-5400000">
            <a:off x="17266571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07F02B-8828-E5CB-D937-79B9B121B697}"/>
              </a:ext>
            </a:extLst>
          </p:cNvPr>
          <p:cNvSpPr txBox="1"/>
          <p:nvPr/>
        </p:nvSpPr>
        <p:spPr>
          <a:xfrm>
            <a:off x="3276430" y="2552700"/>
            <a:ext cx="34414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E6D73"/>
                </a:solidFill>
                <a:latin typeface="Kollektif Bold"/>
                <a:sym typeface="Kollektif Bold"/>
              </a:rPr>
              <a:t>Pls click on the hyperlink below to view the file:</a:t>
            </a:r>
            <a:endParaRPr lang="en-US" sz="2800" dirty="0"/>
          </a:p>
        </p:txBody>
      </p:sp>
      <p:sp>
        <p:nvSpPr>
          <p:cNvPr id="17" name="TextBox 16">
            <a:hlinkClick r:id="rId8"/>
            <a:extLst>
              <a:ext uri="{FF2B5EF4-FFF2-40B4-BE49-F238E27FC236}">
                <a16:creationId xmlns:a16="http://schemas.microsoft.com/office/drawing/2014/main" id="{03D088F0-B2D2-D2A7-2EF3-E9E759C19DC5}"/>
              </a:ext>
            </a:extLst>
          </p:cNvPr>
          <p:cNvSpPr txBox="1"/>
          <p:nvPr/>
        </p:nvSpPr>
        <p:spPr>
          <a:xfrm>
            <a:off x="3768213" y="4233777"/>
            <a:ext cx="4613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Kollektif Bold"/>
                <a:sym typeface="Kollektif Bold"/>
                <a:hlinkClick r:id="rId9"/>
              </a:rPr>
              <a:t>Click on me (ctrl + click)</a:t>
            </a:r>
            <a:endParaRPr lang="en-US" sz="3200" dirty="0"/>
          </a:p>
        </p:txBody>
      </p:sp>
      <p:pic>
        <p:nvPicPr>
          <p:cNvPr id="18" name="Graphic 17" descr="Link with solid fill">
            <a:extLst>
              <a:ext uri="{FF2B5EF4-FFF2-40B4-BE49-F238E27FC236}">
                <a16:creationId xmlns:a16="http://schemas.microsoft.com/office/drawing/2014/main" id="{905A65D8-44D1-9E26-2987-A4152B2BB09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27496" y="4289159"/>
            <a:ext cx="483227" cy="48322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2700000">
            <a:off x="-3166134" y="-4341298"/>
            <a:ext cx="7415398" cy="3565095"/>
            <a:chOff x="0" y="0"/>
            <a:chExt cx="660400" cy="317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-3628748" y="-3521748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-3842695" y="-3209072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-4022296" y="-2850601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-4148951" y="-2464334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-4292805" y="-2024657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898788" y="1570058"/>
            <a:ext cx="8000829" cy="844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44"/>
              </a:lnSpc>
            </a:pPr>
            <a:r>
              <a:rPr lang="en-US" sz="5600" b="1">
                <a:solidFill>
                  <a:srgbClr val="227C9D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10 - ER DIAGRAM:</a:t>
            </a:r>
          </a:p>
        </p:txBody>
      </p:sp>
      <p:sp>
        <p:nvSpPr>
          <p:cNvPr id="11" name="Freeform 11"/>
          <p:cNvSpPr/>
          <p:nvPr/>
        </p:nvSpPr>
        <p:spPr>
          <a:xfrm rot="-10800000">
            <a:off x="16192287" y="7062107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7266571" y="7090682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6182762" y="8174491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 rot="-10800000">
            <a:off x="16182762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 rot="-5400000">
            <a:off x="17266571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295488-3879-0A43-958A-4601AD580398}"/>
              </a:ext>
            </a:extLst>
          </p:cNvPr>
          <p:cNvSpPr txBox="1"/>
          <p:nvPr/>
        </p:nvSpPr>
        <p:spPr>
          <a:xfrm>
            <a:off x="3276430" y="2521996"/>
            <a:ext cx="34414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E6D73"/>
                </a:solidFill>
                <a:latin typeface="Kollektif Bold"/>
                <a:sym typeface="Kollektif Bold"/>
              </a:rPr>
              <a:t>Pls click on the hyperlink below to view the file:</a:t>
            </a:r>
            <a:endParaRPr lang="en-US" sz="2800" dirty="0"/>
          </a:p>
        </p:txBody>
      </p:sp>
      <p:sp>
        <p:nvSpPr>
          <p:cNvPr id="17" name="TextBox 16">
            <a:hlinkClick r:id="rId8"/>
            <a:extLst>
              <a:ext uri="{FF2B5EF4-FFF2-40B4-BE49-F238E27FC236}">
                <a16:creationId xmlns:a16="http://schemas.microsoft.com/office/drawing/2014/main" id="{48F12F24-9F36-D8B1-E009-327C6EFA1B08}"/>
              </a:ext>
            </a:extLst>
          </p:cNvPr>
          <p:cNvSpPr txBox="1"/>
          <p:nvPr/>
        </p:nvSpPr>
        <p:spPr>
          <a:xfrm>
            <a:off x="3768213" y="4203073"/>
            <a:ext cx="4613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Kollektif Bold"/>
                <a:sym typeface="Kollektif Bold"/>
                <a:hlinkClick r:id="rId9"/>
              </a:rPr>
              <a:t>Click on me (ctrl + click)</a:t>
            </a:r>
            <a:endParaRPr lang="en-US" sz="3200" dirty="0"/>
          </a:p>
        </p:txBody>
      </p:sp>
      <p:pic>
        <p:nvPicPr>
          <p:cNvPr id="18" name="Graphic 17" descr="Link with solid fill">
            <a:extLst>
              <a:ext uri="{FF2B5EF4-FFF2-40B4-BE49-F238E27FC236}">
                <a16:creationId xmlns:a16="http://schemas.microsoft.com/office/drawing/2014/main" id="{5C3C0B9D-E90E-8D6F-C660-4A4FD10CBF2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27496" y="4258455"/>
            <a:ext cx="483227" cy="48322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2700000">
            <a:off x="-3166134" y="-4341298"/>
            <a:ext cx="7415398" cy="3565095"/>
            <a:chOff x="0" y="0"/>
            <a:chExt cx="660400" cy="317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-3628748" y="-3521748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-3842695" y="-3209072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-4022296" y="-2850601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-4148951" y="-2464334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-4292805" y="-2024657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898788" y="1570058"/>
            <a:ext cx="9499626" cy="844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44"/>
              </a:lnSpc>
            </a:pPr>
            <a:r>
              <a:rPr lang="en-US" sz="5600" b="1">
                <a:solidFill>
                  <a:srgbClr val="227C9D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11 - DATABASE DIAGRAM:</a:t>
            </a:r>
          </a:p>
        </p:txBody>
      </p:sp>
      <p:sp>
        <p:nvSpPr>
          <p:cNvPr id="11" name="Freeform 11"/>
          <p:cNvSpPr/>
          <p:nvPr/>
        </p:nvSpPr>
        <p:spPr>
          <a:xfrm rot="-10800000">
            <a:off x="16192287" y="7062107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7266571" y="7090682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6182762" y="8174491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 rot="-10800000">
            <a:off x="16182762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 rot="-5400000">
            <a:off x="17266571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853EDA-3535-FC12-BED6-C003A3BE069B}"/>
              </a:ext>
            </a:extLst>
          </p:cNvPr>
          <p:cNvSpPr txBox="1"/>
          <p:nvPr/>
        </p:nvSpPr>
        <p:spPr>
          <a:xfrm>
            <a:off x="3276430" y="2521996"/>
            <a:ext cx="34414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E6D73"/>
                </a:solidFill>
                <a:latin typeface="Kollektif Bold"/>
                <a:sym typeface="Kollektif Bold"/>
              </a:rPr>
              <a:t>Pls click on the hyperlink below to view the file:</a:t>
            </a:r>
            <a:endParaRPr lang="en-US" sz="2800" dirty="0"/>
          </a:p>
        </p:txBody>
      </p:sp>
      <p:sp>
        <p:nvSpPr>
          <p:cNvPr id="17" name="TextBox 16">
            <a:hlinkClick r:id="rId8"/>
            <a:extLst>
              <a:ext uri="{FF2B5EF4-FFF2-40B4-BE49-F238E27FC236}">
                <a16:creationId xmlns:a16="http://schemas.microsoft.com/office/drawing/2014/main" id="{E9BA7D85-E533-D0A0-6A58-F08075593A22}"/>
              </a:ext>
            </a:extLst>
          </p:cNvPr>
          <p:cNvSpPr txBox="1"/>
          <p:nvPr/>
        </p:nvSpPr>
        <p:spPr>
          <a:xfrm>
            <a:off x="3768213" y="4203073"/>
            <a:ext cx="4613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Kollektif Bold"/>
                <a:sym typeface="Kollektif Bold"/>
                <a:hlinkClick r:id="rId9"/>
              </a:rPr>
              <a:t>Click on me (ctrl + click)</a:t>
            </a:r>
            <a:endParaRPr lang="en-US" sz="3200" dirty="0"/>
          </a:p>
        </p:txBody>
      </p:sp>
      <p:pic>
        <p:nvPicPr>
          <p:cNvPr id="18" name="Graphic 17" descr="Link with solid fill">
            <a:extLst>
              <a:ext uri="{FF2B5EF4-FFF2-40B4-BE49-F238E27FC236}">
                <a16:creationId xmlns:a16="http://schemas.microsoft.com/office/drawing/2014/main" id="{E52FB50A-AA54-4AD5-E69D-0727E8E5150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27496" y="4258455"/>
            <a:ext cx="483227" cy="48322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2700000">
            <a:off x="-3166134" y="-4341298"/>
            <a:ext cx="7415398" cy="3565095"/>
            <a:chOff x="0" y="0"/>
            <a:chExt cx="660400" cy="317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-3628748" y="-3521748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-3842695" y="-3209072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-4022296" y="-2850601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-4148951" y="-2464334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-4292805" y="-2024657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898788" y="1570058"/>
            <a:ext cx="9499626" cy="844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44"/>
              </a:lnSpc>
            </a:pPr>
            <a:r>
              <a:rPr lang="en-US" sz="5600" b="1">
                <a:solidFill>
                  <a:srgbClr val="227C9D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12 - DATA DICTIONARY:</a:t>
            </a:r>
          </a:p>
        </p:txBody>
      </p:sp>
      <p:sp>
        <p:nvSpPr>
          <p:cNvPr id="11" name="Freeform 11"/>
          <p:cNvSpPr/>
          <p:nvPr/>
        </p:nvSpPr>
        <p:spPr>
          <a:xfrm rot="-10800000">
            <a:off x="16192287" y="7062107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7266571" y="7090682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6182762" y="8174491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 rot="-10800000">
            <a:off x="16182762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 rot="-5400000">
            <a:off x="17266571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DBAC61-E1A5-2356-8E05-74C1D8C40C84}"/>
              </a:ext>
            </a:extLst>
          </p:cNvPr>
          <p:cNvSpPr txBox="1"/>
          <p:nvPr/>
        </p:nvSpPr>
        <p:spPr>
          <a:xfrm>
            <a:off x="3276430" y="2521996"/>
            <a:ext cx="34414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E6D73"/>
                </a:solidFill>
                <a:latin typeface="Kollektif Bold"/>
                <a:sym typeface="Kollektif Bold"/>
              </a:rPr>
              <a:t>Pls click on the hyperlink below to view the file:</a:t>
            </a:r>
            <a:endParaRPr lang="en-US" sz="2800" dirty="0"/>
          </a:p>
        </p:txBody>
      </p:sp>
      <p:sp>
        <p:nvSpPr>
          <p:cNvPr id="17" name="TextBox 16">
            <a:hlinkClick r:id="rId8"/>
            <a:extLst>
              <a:ext uri="{FF2B5EF4-FFF2-40B4-BE49-F238E27FC236}">
                <a16:creationId xmlns:a16="http://schemas.microsoft.com/office/drawing/2014/main" id="{4187C33C-B814-B83E-F830-D1E25D06D981}"/>
              </a:ext>
            </a:extLst>
          </p:cNvPr>
          <p:cNvSpPr txBox="1"/>
          <p:nvPr/>
        </p:nvSpPr>
        <p:spPr>
          <a:xfrm>
            <a:off x="3768213" y="4203073"/>
            <a:ext cx="4613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Kollektif Bold"/>
                <a:sym typeface="Kollektif Bold"/>
                <a:hlinkClick r:id="rId9"/>
              </a:rPr>
              <a:t>Click on me (ctrl + click)</a:t>
            </a:r>
            <a:endParaRPr lang="en-US" sz="3200" dirty="0"/>
          </a:p>
        </p:txBody>
      </p:sp>
      <p:pic>
        <p:nvPicPr>
          <p:cNvPr id="18" name="Graphic 17" descr="Link with solid fill">
            <a:extLst>
              <a:ext uri="{FF2B5EF4-FFF2-40B4-BE49-F238E27FC236}">
                <a16:creationId xmlns:a16="http://schemas.microsoft.com/office/drawing/2014/main" id="{A90D6A45-712B-2704-1D9D-5576D6DF687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27496" y="4258455"/>
            <a:ext cx="483227" cy="48322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4FF39-268F-264C-3A73-3DFE80A42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4B48FC2-BB6D-BBDC-9DE9-B16C78B9A4B1}"/>
              </a:ext>
            </a:extLst>
          </p:cNvPr>
          <p:cNvGrpSpPr/>
          <p:nvPr/>
        </p:nvGrpSpPr>
        <p:grpSpPr>
          <a:xfrm rot="2700000">
            <a:off x="-3166134" y="-4341298"/>
            <a:ext cx="7415398" cy="3565095"/>
            <a:chOff x="0" y="0"/>
            <a:chExt cx="660400" cy="3175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A4DCE12-34C8-7086-4DA5-3BD87D798B6B}"/>
                </a:ext>
              </a:extLst>
            </p:cNvPr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8CA9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AACA9DF-DC90-CC80-D07C-15C3B6CCFBC7}"/>
                </a:ext>
              </a:extLst>
            </p:cNvPr>
            <p:cNvSpPr txBox="1"/>
            <p:nvPr/>
          </p:nvSpPr>
          <p:spPr>
            <a:xfrm>
              <a:off x="0" y="146050"/>
              <a:ext cx="660400" cy="171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53"/>
                </a:lnSpc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4A497BFF-DEA2-5909-B88A-8FBCE739853B}"/>
              </a:ext>
            </a:extLst>
          </p:cNvPr>
          <p:cNvSpPr/>
          <p:nvPr/>
        </p:nvSpPr>
        <p:spPr>
          <a:xfrm>
            <a:off x="-3628748" y="-3521748"/>
            <a:ext cx="5185216" cy="5132702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5168401-C13F-6CE8-3125-157C1C983D18}"/>
              </a:ext>
            </a:extLst>
          </p:cNvPr>
          <p:cNvSpPr/>
          <p:nvPr/>
        </p:nvSpPr>
        <p:spPr>
          <a:xfrm>
            <a:off x="-3842695" y="-3209072"/>
            <a:ext cx="5038853" cy="5038853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71939F6D-B0D8-ECC3-F483-D65598FE81AD}"/>
              </a:ext>
            </a:extLst>
          </p:cNvPr>
          <p:cNvSpPr/>
          <p:nvPr/>
        </p:nvSpPr>
        <p:spPr>
          <a:xfrm>
            <a:off x="-4022296" y="-2850601"/>
            <a:ext cx="4867141" cy="4867141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>
            <a:extLst>
              <a:ext uri="{FF2B5EF4-FFF2-40B4-BE49-F238E27FC236}">
                <a16:creationId xmlns:a16="http://schemas.microsoft.com/office/drawing/2014/main" id="{546F17CD-36D4-9B8E-901B-767532FFBEB2}"/>
              </a:ext>
            </a:extLst>
          </p:cNvPr>
          <p:cNvSpPr/>
          <p:nvPr/>
        </p:nvSpPr>
        <p:spPr>
          <a:xfrm>
            <a:off x="-4148951" y="-2464334"/>
            <a:ext cx="4690515" cy="4690515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83C9D757-077E-A9A9-A3C7-8264F5123B97}"/>
              </a:ext>
            </a:extLst>
          </p:cNvPr>
          <p:cNvSpPr/>
          <p:nvPr/>
        </p:nvSpPr>
        <p:spPr>
          <a:xfrm>
            <a:off x="-4292805" y="-2024657"/>
            <a:ext cx="4347674" cy="4347674"/>
          </a:xfrm>
          <a:prstGeom prst="line">
            <a:avLst/>
          </a:prstGeom>
          <a:ln w="28575" cap="flat">
            <a:solidFill>
              <a:srgbClr val="8CA9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194682F6-5A38-5976-03F3-C5705986947A}"/>
              </a:ext>
            </a:extLst>
          </p:cNvPr>
          <p:cNvSpPr/>
          <p:nvPr/>
        </p:nvSpPr>
        <p:spPr>
          <a:xfrm rot="-10800000">
            <a:off x="16192287" y="7062107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81097032-2ADD-3AD1-FADD-C665C3948040}"/>
              </a:ext>
            </a:extLst>
          </p:cNvPr>
          <p:cNvSpPr/>
          <p:nvPr/>
        </p:nvSpPr>
        <p:spPr>
          <a:xfrm>
            <a:off x="17266571" y="7090682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66A241C7-32CC-0D07-4508-AC32651BD40B}"/>
              </a:ext>
            </a:extLst>
          </p:cNvPr>
          <p:cNvSpPr/>
          <p:nvPr/>
        </p:nvSpPr>
        <p:spPr>
          <a:xfrm>
            <a:off x="16182762" y="8174491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E53453D2-45FF-B538-22E8-894F79A8810D}"/>
              </a:ext>
            </a:extLst>
          </p:cNvPr>
          <p:cNvSpPr/>
          <p:nvPr/>
        </p:nvSpPr>
        <p:spPr>
          <a:xfrm rot="-10800000">
            <a:off x="16182762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092695B0-DFFF-D2AC-2954-22E91C210655}"/>
              </a:ext>
            </a:extLst>
          </p:cNvPr>
          <p:cNvSpPr/>
          <p:nvPr/>
        </p:nvSpPr>
        <p:spPr>
          <a:xfrm rot="-5400000">
            <a:off x="17266571" y="92583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98BF3D-3445-9826-7C36-64B1C3EAE234}"/>
              </a:ext>
            </a:extLst>
          </p:cNvPr>
          <p:cNvSpPr txBox="1"/>
          <p:nvPr/>
        </p:nvSpPr>
        <p:spPr>
          <a:xfrm>
            <a:off x="3276430" y="2521996"/>
            <a:ext cx="822977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E6D73"/>
                </a:solidFill>
                <a:latin typeface="Kollektif Bold"/>
                <a:sym typeface="Kollektif Bold"/>
              </a:rPr>
              <a:t>TO GO THROUGH ALL FILES, PLS CLICK ON THE HYPERLINK BELOW TO OPEN THE DRIVE LINK:</a:t>
            </a:r>
            <a:endParaRPr lang="en-US" sz="3600" b="1" dirty="0"/>
          </a:p>
        </p:txBody>
      </p:sp>
      <p:sp>
        <p:nvSpPr>
          <p:cNvPr id="17" name="TextBox 16">
            <a:hlinkClick r:id="rId8"/>
            <a:extLst>
              <a:ext uri="{FF2B5EF4-FFF2-40B4-BE49-F238E27FC236}">
                <a16:creationId xmlns:a16="http://schemas.microsoft.com/office/drawing/2014/main" id="{B29AECD4-96D3-6524-6F25-03E758811E48}"/>
              </a:ext>
            </a:extLst>
          </p:cNvPr>
          <p:cNvSpPr txBox="1"/>
          <p:nvPr/>
        </p:nvSpPr>
        <p:spPr>
          <a:xfrm>
            <a:off x="3768213" y="4203073"/>
            <a:ext cx="4613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Kollektif Bold"/>
                <a:sym typeface="Kollektif Bold"/>
                <a:hlinkClick r:id="rId9"/>
              </a:rPr>
              <a:t>Click on me (ctrl + click)</a:t>
            </a:r>
            <a:endParaRPr lang="en-US" sz="3200" dirty="0"/>
          </a:p>
        </p:txBody>
      </p:sp>
      <p:pic>
        <p:nvPicPr>
          <p:cNvPr id="18" name="Graphic 17" descr="Link with solid fill">
            <a:extLst>
              <a:ext uri="{FF2B5EF4-FFF2-40B4-BE49-F238E27FC236}">
                <a16:creationId xmlns:a16="http://schemas.microsoft.com/office/drawing/2014/main" id="{EB59AAE3-3B55-0048-550C-00BD7166FB5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27496" y="4258455"/>
            <a:ext cx="483227" cy="48322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E48E23A-6553-5174-F014-B5344D6E97D7}"/>
              </a:ext>
            </a:extLst>
          </p:cNvPr>
          <p:cNvSpPr txBox="1"/>
          <p:nvPr/>
        </p:nvSpPr>
        <p:spPr>
          <a:xfrm>
            <a:off x="3276430" y="5133516"/>
            <a:ext cx="838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3600" b="1" dirty="0">
                <a:solidFill>
                  <a:srgbClr val="FE6D73"/>
                </a:solidFill>
                <a:latin typeface="Kollektif Bold"/>
                <a:sym typeface="Kollektif Bold"/>
              </a:rPr>
              <a:t>YOU CAN ALSO SEE THE </a:t>
            </a:r>
            <a:r>
              <a:rPr lang="en-US" sz="3600" b="1" dirty="0">
                <a:solidFill>
                  <a:srgbClr val="FE6D73"/>
                </a:solidFill>
                <a:latin typeface="Kollektif Bold"/>
                <a:sym typeface="Kollektif Bold"/>
              </a:rPr>
              <a:t>ENTIRE </a:t>
            </a:r>
            <a:r>
              <a:rPr lang="en-GB" sz="3600" b="1" dirty="0">
                <a:solidFill>
                  <a:srgbClr val="FE6D73"/>
                </a:solidFill>
                <a:latin typeface="Kollektif Bold"/>
                <a:sym typeface="Kollektif Bold"/>
              </a:rPr>
              <a:t>PROJECT, INCLUDING THE 1ST SEMESTER PART ON GITHUB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E6D73"/>
                </a:solidFill>
                <a:effectLst/>
                <a:uLnTx/>
                <a:uFillTx/>
                <a:latin typeface="Kollektif Bold"/>
                <a:ea typeface="+mn-ea"/>
                <a:cs typeface="+mn-cs"/>
                <a:sym typeface="Kollektif Bold"/>
              </a:rPr>
              <a:t>: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TextBox 23">
            <a:hlinkClick r:id="rId8"/>
            <a:extLst>
              <a:ext uri="{FF2B5EF4-FFF2-40B4-BE49-F238E27FC236}">
                <a16:creationId xmlns:a16="http://schemas.microsoft.com/office/drawing/2014/main" id="{EF73984A-D07D-F202-C451-B061A0381E7A}"/>
              </a:ext>
            </a:extLst>
          </p:cNvPr>
          <p:cNvSpPr txBox="1"/>
          <p:nvPr/>
        </p:nvSpPr>
        <p:spPr>
          <a:xfrm>
            <a:off x="3768213" y="6887842"/>
            <a:ext cx="4613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Kollektif Bold"/>
                <a:sym typeface="Kollektif Bold"/>
                <a:hlinkClick r:id="rId12"/>
              </a:rPr>
              <a:t>Click on me (ctrl + click)</a:t>
            </a:r>
            <a:endParaRPr lang="en-US" sz="3200" dirty="0"/>
          </a:p>
        </p:txBody>
      </p:sp>
      <p:pic>
        <p:nvPicPr>
          <p:cNvPr id="25" name="Graphic 24" descr="Link with solid fill">
            <a:extLst>
              <a:ext uri="{FF2B5EF4-FFF2-40B4-BE49-F238E27FC236}">
                <a16:creationId xmlns:a16="http://schemas.microsoft.com/office/drawing/2014/main" id="{E8B1C91A-289F-6FE6-0FB0-E86D40A2D87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27496" y="6943224"/>
            <a:ext cx="483227" cy="483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1487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833915" y="3960810"/>
            <a:ext cx="10620170" cy="1886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99"/>
              </a:lnSpc>
            </a:pPr>
            <a:r>
              <a:rPr lang="en-US" sz="12399" b="1">
                <a:solidFill>
                  <a:srgbClr val="227C9D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THANK YOU</a:t>
            </a:r>
          </a:p>
        </p:txBody>
      </p:sp>
      <p:sp>
        <p:nvSpPr>
          <p:cNvPr id="4" name="Freeform 4"/>
          <p:cNvSpPr/>
          <p:nvPr/>
        </p:nvSpPr>
        <p:spPr>
          <a:xfrm>
            <a:off x="17204191" y="-5510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7204191" y="10287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rot="5400000" flipH="1" flipV="1">
            <a:off x="17204191" y="211250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1083809" y="1083809"/>
                </a:moveTo>
                <a:lnTo>
                  <a:pt x="0" y="1083809"/>
                </a:lnTo>
                <a:lnTo>
                  <a:pt x="0" y="0"/>
                </a:lnTo>
                <a:lnTo>
                  <a:pt x="1083809" y="0"/>
                </a:lnTo>
                <a:lnTo>
                  <a:pt x="1083809" y="108380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6120382" y="-5510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 rot="5400000">
            <a:off x="15036573" y="10287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 rot="-10800000">
            <a:off x="16120382" y="211250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 rot="-10800000" flipH="1" flipV="1">
            <a:off x="15036573" y="211250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1083809" y="1083809"/>
                </a:moveTo>
                <a:lnTo>
                  <a:pt x="0" y="1083809"/>
                </a:lnTo>
                <a:lnTo>
                  <a:pt x="0" y="0"/>
                </a:lnTo>
                <a:lnTo>
                  <a:pt x="1083809" y="0"/>
                </a:lnTo>
                <a:lnTo>
                  <a:pt x="1083809" y="1083809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 rot="5400000" flipH="1" flipV="1">
            <a:off x="12770705" y="-5510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1083809" y="1083809"/>
                </a:moveTo>
                <a:lnTo>
                  <a:pt x="0" y="1083809"/>
                </a:lnTo>
                <a:lnTo>
                  <a:pt x="0" y="0"/>
                </a:lnTo>
                <a:lnTo>
                  <a:pt x="1083809" y="0"/>
                </a:lnTo>
                <a:lnTo>
                  <a:pt x="1083809" y="1083809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 rot="-10800000" flipH="1" flipV="1">
            <a:off x="12770705" y="102870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1083809" y="1083809"/>
                </a:moveTo>
                <a:lnTo>
                  <a:pt x="0" y="1083809"/>
                </a:lnTo>
                <a:lnTo>
                  <a:pt x="0" y="0"/>
                </a:lnTo>
                <a:lnTo>
                  <a:pt x="1083809" y="0"/>
                </a:lnTo>
                <a:lnTo>
                  <a:pt x="1083809" y="108380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 rot="-10800000">
            <a:off x="9525" y="7044155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1083809" y="7072730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0" y="8156539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 rot="-10800000">
            <a:off x="0" y="9240348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 rot="-5400000">
            <a:off x="1083809" y="9240348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Freeform 18"/>
          <p:cNvSpPr/>
          <p:nvPr/>
        </p:nvSpPr>
        <p:spPr>
          <a:xfrm rot="-10800000">
            <a:off x="3321750" y="9268923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Freeform 19"/>
          <p:cNvSpPr/>
          <p:nvPr/>
        </p:nvSpPr>
        <p:spPr>
          <a:xfrm>
            <a:off x="3321750" y="8185114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 rot="5400000">
            <a:off x="4405559" y="9268923"/>
            <a:ext cx="1083809" cy="1083809"/>
          </a:xfrm>
          <a:custGeom>
            <a:avLst/>
            <a:gdLst/>
            <a:ahLst/>
            <a:cxnLst/>
            <a:rect l="l" t="t" r="r" b="b"/>
            <a:pathLst>
              <a:path w="1083809" h="1083809">
                <a:moveTo>
                  <a:pt x="0" y="0"/>
                </a:moveTo>
                <a:lnTo>
                  <a:pt x="1083809" y="0"/>
                </a:lnTo>
                <a:lnTo>
                  <a:pt x="1083809" y="1083809"/>
                </a:lnTo>
                <a:lnTo>
                  <a:pt x="0" y="10838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/>
          <p:cNvGrpSpPr/>
          <p:nvPr/>
        </p:nvGrpSpPr>
        <p:grpSpPr>
          <a:xfrm>
            <a:off x="13123603" y="5475036"/>
            <a:ext cx="8847511" cy="8855676"/>
            <a:chOff x="0" y="0"/>
            <a:chExt cx="11796681" cy="11807568"/>
          </a:xfrm>
        </p:grpSpPr>
        <p:grpSp>
          <p:nvGrpSpPr>
            <p:cNvPr id="22" name="Group 22"/>
            <p:cNvGrpSpPr/>
            <p:nvPr/>
          </p:nvGrpSpPr>
          <p:grpSpPr>
            <a:xfrm rot="2700000">
              <a:off x="1676828" y="2799524"/>
              <a:ext cx="9887197" cy="4753460"/>
              <a:chOff x="0" y="0"/>
              <a:chExt cx="660400" cy="3175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660400" cy="3175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31750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17500"/>
                    </a:cubicBezTo>
                    <a:lnTo>
                      <a:pt x="660400" y="317500"/>
                    </a:lnTo>
                    <a:lnTo>
                      <a:pt x="0" y="317500"/>
                    </a:lnTo>
                    <a:lnTo>
                      <a:pt x="0" y="317500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8CA9AD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146050"/>
                <a:ext cx="660400" cy="1714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53"/>
                  </a:lnSpc>
                </a:pPr>
                <a:endParaRPr/>
              </a:p>
            </p:txBody>
          </p:sp>
        </p:grpSp>
        <p:sp>
          <p:nvSpPr>
            <p:cNvPr id="25" name="AutoShape 25"/>
            <p:cNvSpPr/>
            <p:nvPr/>
          </p:nvSpPr>
          <p:spPr>
            <a:xfrm>
              <a:off x="1060010" y="3892256"/>
              <a:ext cx="6913622" cy="6843603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774748" y="4309159"/>
              <a:ext cx="6718471" cy="6718471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535279" y="4787119"/>
              <a:ext cx="6489522" cy="6489522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366406" y="5302142"/>
              <a:ext cx="6254021" cy="6254021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174601" y="5888378"/>
              <a:ext cx="5796899" cy="5796899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13508" y="6480010"/>
              <a:ext cx="5284799" cy="5314125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47865" y="7228854"/>
              <a:ext cx="4503313" cy="4480077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165620" y="8131631"/>
              <a:ext cx="3504797" cy="3562626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AutoShape 33"/>
            <p:cNvSpPr/>
            <p:nvPr/>
          </p:nvSpPr>
          <p:spPr>
            <a:xfrm>
              <a:off x="676661" y="9346264"/>
              <a:ext cx="1790115" cy="1790115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-2634012" y="-5192964"/>
            <a:ext cx="8847511" cy="8855676"/>
            <a:chOff x="0" y="0"/>
            <a:chExt cx="11796681" cy="11807568"/>
          </a:xfrm>
        </p:grpSpPr>
        <p:grpSp>
          <p:nvGrpSpPr>
            <p:cNvPr id="35" name="Group 35"/>
            <p:cNvGrpSpPr/>
            <p:nvPr/>
          </p:nvGrpSpPr>
          <p:grpSpPr>
            <a:xfrm rot="2700000">
              <a:off x="1676828" y="2799524"/>
              <a:ext cx="9887197" cy="4753460"/>
              <a:chOff x="0" y="0"/>
              <a:chExt cx="660400" cy="31750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660400" cy="3175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31750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17500"/>
                    </a:cubicBezTo>
                    <a:lnTo>
                      <a:pt x="660400" y="317500"/>
                    </a:lnTo>
                    <a:lnTo>
                      <a:pt x="0" y="317500"/>
                    </a:lnTo>
                    <a:lnTo>
                      <a:pt x="0" y="317500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8CA9AD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146050"/>
                <a:ext cx="660400" cy="1714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53"/>
                  </a:lnSpc>
                </a:pPr>
                <a:endParaRPr/>
              </a:p>
            </p:txBody>
          </p:sp>
        </p:grpSp>
        <p:sp>
          <p:nvSpPr>
            <p:cNvPr id="38" name="AutoShape 38"/>
            <p:cNvSpPr/>
            <p:nvPr/>
          </p:nvSpPr>
          <p:spPr>
            <a:xfrm>
              <a:off x="1060010" y="3892256"/>
              <a:ext cx="6913622" cy="6843603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AutoShape 39"/>
            <p:cNvSpPr/>
            <p:nvPr/>
          </p:nvSpPr>
          <p:spPr>
            <a:xfrm>
              <a:off x="774748" y="4309159"/>
              <a:ext cx="6718471" cy="6718471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535279" y="4787119"/>
              <a:ext cx="6489522" cy="6489522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AutoShape 41"/>
            <p:cNvSpPr/>
            <p:nvPr/>
          </p:nvSpPr>
          <p:spPr>
            <a:xfrm>
              <a:off x="366406" y="5302142"/>
              <a:ext cx="6254021" cy="6254021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174601" y="5888378"/>
              <a:ext cx="5796899" cy="5796899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13508" y="6480010"/>
              <a:ext cx="5284799" cy="5314125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AutoShape 44"/>
            <p:cNvSpPr/>
            <p:nvPr/>
          </p:nvSpPr>
          <p:spPr>
            <a:xfrm>
              <a:off x="47865" y="7228854"/>
              <a:ext cx="4503313" cy="4480077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AutoShape 45"/>
            <p:cNvSpPr/>
            <p:nvPr/>
          </p:nvSpPr>
          <p:spPr>
            <a:xfrm>
              <a:off x="165620" y="8131631"/>
              <a:ext cx="3504797" cy="3562626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AutoShape 46"/>
            <p:cNvSpPr/>
            <p:nvPr/>
          </p:nvSpPr>
          <p:spPr>
            <a:xfrm>
              <a:off x="676661" y="9346264"/>
              <a:ext cx="1790115" cy="1790115"/>
            </a:xfrm>
            <a:prstGeom prst="line">
              <a:avLst/>
            </a:prstGeom>
            <a:ln w="38100" cap="flat">
              <a:solidFill>
                <a:srgbClr val="8CA9AD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493</Words>
  <Application>Microsoft Office PowerPoint</Application>
  <PresentationFormat>Custom</PresentationFormat>
  <Paragraphs>60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Kollektif</vt:lpstr>
      <vt:lpstr>Arial</vt:lpstr>
      <vt:lpstr>DM Sans</vt:lpstr>
      <vt:lpstr>Calibri</vt:lpstr>
      <vt:lpstr>Kollektif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ENR System Development</dc:title>
  <dc:creator>Karim Bekheet</dc:creator>
  <cp:lastModifiedBy>Karim Bekheet</cp:lastModifiedBy>
  <cp:revision>7</cp:revision>
  <dcterms:created xsi:type="dcterms:W3CDTF">2006-08-16T00:00:00Z</dcterms:created>
  <dcterms:modified xsi:type="dcterms:W3CDTF">2025-06-05T15:03:47Z</dcterms:modified>
  <dc:identifier>DAGZMTp1gtI</dc:identifier>
</cp:coreProperties>
</file>